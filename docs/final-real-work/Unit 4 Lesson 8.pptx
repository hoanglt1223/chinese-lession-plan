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6858000" cx="12192000"/>
  <p:notesSz cx="6858000" cy="9144000"/>
  <p:embeddedFontLst>
    <p:embeddedFont>
      <p:font typeface="Architects Daughter"/>
      <p:regular r:id="rId57"/>
    </p:embeddedFont>
    <p:embeddedFont>
      <p:font typeface="Nunito"/>
      <p:regular r:id="rId58"/>
      <p:bold r:id="rId59"/>
      <p:italic r:id="rId60"/>
      <p:boldItalic r:id="rId61"/>
    </p:embeddedFont>
    <p:embeddedFont>
      <p:font typeface="Montserrat Black"/>
      <p:bold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Cherry Cream Soda"/>
      <p:regular r:id="rId68"/>
    </p:embeddedFont>
    <p:embeddedFont>
      <p:font typeface="Open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2" Type="http://schemas.openxmlformats.org/officeDocument/2006/relationships/font" Target="fonts/OpenSans-bold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OpenSans-italic.fntdata"/><Relationship Id="rId70" Type="http://schemas.openxmlformats.org/officeDocument/2006/relationships/font" Target="fonts/OpenSans-bold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Black-bold.fntdata"/><Relationship Id="rId61" Type="http://schemas.openxmlformats.org/officeDocument/2006/relationships/font" Target="fonts/Nunito-boldItalic.fntdata"/><Relationship Id="rId20" Type="http://schemas.openxmlformats.org/officeDocument/2006/relationships/slide" Target="slides/slide16.xml"/><Relationship Id="rId64" Type="http://schemas.openxmlformats.org/officeDocument/2006/relationships/font" Target="fonts/Montserrat-regular.fntdata"/><Relationship Id="rId63" Type="http://schemas.openxmlformats.org/officeDocument/2006/relationships/font" Target="fonts/MontserratBlack-boldItalic.fntdata"/><Relationship Id="rId22" Type="http://schemas.openxmlformats.org/officeDocument/2006/relationships/slide" Target="slides/slide18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7.xml"/><Relationship Id="rId65" Type="http://schemas.openxmlformats.org/officeDocument/2006/relationships/font" Target="fonts/Montserrat-bold.fntdata"/><Relationship Id="rId24" Type="http://schemas.openxmlformats.org/officeDocument/2006/relationships/slide" Target="slides/slide20.xml"/><Relationship Id="rId68" Type="http://schemas.openxmlformats.org/officeDocument/2006/relationships/font" Target="fonts/CherryCreamSoda-regular.fntdata"/><Relationship Id="rId23" Type="http://schemas.openxmlformats.org/officeDocument/2006/relationships/slide" Target="slides/slide19.xml"/><Relationship Id="rId67" Type="http://schemas.openxmlformats.org/officeDocument/2006/relationships/font" Target="fonts/Montserrat-boldItalic.fntdata"/><Relationship Id="rId60" Type="http://schemas.openxmlformats.org/officeDocument/2006/relationships/font" Target="fonts/Nunito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OpenSans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ArchitectsDaughter-regular.fntdata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font" Target="fonts/Nunito-bold.fntdata"/><Relationship Id="rId14" Type="http://schemas.openxmlformats.org/officeDocument/2006/relationships/slide" Target="slides/slide10.xml"/><Relationship Id="rId58" Type="http://schemas.openxmlformats.org/officeDocument/2006/relationships/font" Target="fonts/Nunito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8aa2dffb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8aa2dffb6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981d344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8981d344f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8aa2dff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88aa2dffb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8aa2dffb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88aa2dffb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920e61f3e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a920e61f3e_0_5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556245d0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38" name="Google Shape;338;g3a556245d09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920e61f3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60" name="Google Shape;360;g3a920e61f3e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920e61f3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77" name="Google Shape;377;g3a920e61f3e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920e61f3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393" name="Google Shape;393;g3a920e61f3e_0_2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920e61f3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09" name="Google Shape;409;g3a920e61f3e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920e61f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26" name="Google Shape;426;g3a920e61f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920e61f3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43" name="Google Shape;443;g3a920e61f3e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920e61f3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60" name="Google Shape;460;g3a920e61f3e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a920e61f3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77" name="Google Shape;477;g3a920e61f3e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920e61f3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494" name="Google Shape;494;g3a920e61f3e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920e61f3e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511" name="Google Shape;511;g3a920e61f3e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920e61f3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528" name="Google Shape;528;g3a920e61f3e_0_2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920e61f3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543" name="Google Shape;543;g3a920e61f3e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920e61f3e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560" name="Google Shape;560;g3a920e61f3e_0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920e61f3e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579" name="Google Shape;579;g3a920e61f3e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920e61f3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a920e61f3e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920e61f3e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a920e61f3e_0_6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920e61f3e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a920e61f3e_0_6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920e61f3e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a920e61f3e_0_6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953cd28e8c_1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953cd28e8c_1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a920e61f3e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a920e61f3e_0_6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920e61f3e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a920e61f3e_0_6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920e61f3e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a920e61f3e_0_6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920e61f3e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a920e61f3e_0_6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a920e61f3e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a920e61f3e_0_6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a920e61f3e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g3a920e61f3e_0_7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920e61f3e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a920e61f3e_0_7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920e61f3e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g3a920e61f3e_0_7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920e61f3e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a920e61f3e_0_7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a55ffb979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a55ffb9798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920e61f3e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a920e61f3e_0_7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a55ffb979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a55ffb9798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a55ffb979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3a55ffb9798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a55ffb979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a55ffb979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a55ffb979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a55ffb9798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a55ffb979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a55ffb9798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55ffb979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3a55ffb9798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55ffb9798_1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a55ffb9798_11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a55ffb9798_1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a55ffb9798_1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a556245d09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a556245d09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3a556245d09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99cda6d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thêm cô cầm flashcard tongxue</a:t>
            </a:r>
            <a:endParaRPr/>
          </a:p>
        </p:txBody>
      </p:sp>
      <p:sp>
        <p:nvSpPr>
          <p:cNvPr id="833" name="Google Shape;833;g3a99cda6d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a55ffb9798_1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a55ffb9798_1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a920e61f3e_0_1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a920e61f3e_0_1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a920e61f3e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a920e61f3e_0_8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746079325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746079325e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1.png"/><Relationship Id="rId6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noFill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9415203" y="-544820"/>
            <a:ext cx="3976624" cy="3976624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469102" y="4514136"/>
            <a:ext cx="5405843" cy="2790948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137768" y="-1775142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>
            <a:off x="-4481366" y="4690201"/>
            <a:ext cx="8923148" cy="3516588"/>
          </a:xfrm>
          <a:custGeom>
            <a:rect b="b" l="l" r="r" t="t"/>
            <a:pathLst>
              <a:path extrusionOk="0" h="6795340" w="16297987">
                <a:moveTo>
                  <a:pt x="0" y="0"/>
                </a:moveTo>
                <a:lnTo>
                  <a:pt x="16297986" y="0"/>
                </a:lnTo>
                <a:lnTo>
                  <a:pt x="16297986" y="6795340"/>
                </a:lnTo>
                <a:lnTo>
                  <a:pt x="0" y="6795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" name="Google Shape;14;p2"/>
          <p:cNvGrpSpPr/>
          <p:nvPr/>
        </p:nvGrpSpPr>
        <p:grpSpPr>
          <a:xfrm>
            <a:off x="1647682" y="4172077"/>
            <a:ext cx="3529942" cy="1157624"/>
            <a:chOff x="-320518" y="1116968"/>
            <a:chExt cx="4582555" cy="1502822"/>
          </a:xfrm>
        </p:grpSpPr>
        <p:pic>
          <p:nvPicPr>
            <p:cNvPr id="15" name="Google Shape;15;p2" title="Doc_Blue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10538" y="1116968"/>
              <a:ext cx="2251500" cy="15028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"/>
            <p:cNvSpPr txBox="1"/>
            <p:nvPr/>
          </p:nvSpPr>
          <p:spPr>
            <a:xfrm>
              <a:off x="-320518" y="1212190"/>
              <a:ext cx="2251500" cy="11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0425" lIns="70425" spcFirstLastPara="1" rIns="70425" wrap="square" tIns="70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powered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zh-CN" sz="2100">
                  <a:solidFill>
                    <a:srgbClr val="1C37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by</a:t>
              </a:r>
              <a:endParaRPr b="1" sz="2100">
                <a:solidFill>
                  <a:srgbClr val="1C37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" name="Google Shape;17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28525" r="0" t="0"/>
          <a:stretch/>
        </p:blipFill>
        <p:spPr>
          <a:xfrm>
            <a:off x="1608631" y="1900917"/>
            <a:ext cx="3607901" cy="2046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title="YXL Bilingual - Blue Stacked.png"/>
          <p:cNvPicPr preferRelativeResize="0"/>
          <p:nvPr/>
        </p:nvPicPr>
        <p:blipFill rotWithShape="1">
          <a:blip r:embed="rId6">
            <a:alphaModFix/>
          </a:blip>
          <a:srcRect b="0" l="0" r="70367" t="0"/>
          <a:stretch/>
        </p:blipFill>
        <p:spPr>
          <a:xfrm>
            <a:off x="5743364" y="1945050"/>
            <a:ext cx="2441932" cy="334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noFill/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500"/>
              <a:buNone/>
              <a:defRPr>
                <a:solidFill>
                  <a:srgbClr val="EF394E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6" name="Google Shape;26;p3"/>
          <p:cNvSpPr/>
          <p:nvPr/>
        </p:nvSpPr>
        <p:spPr>
          <a:xfrm>
            <a:off x="10589429" y="192917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 flipH="1">
            <a:off x="10445469" y="490450"/>
            <a:ext cx="6077909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>
            <a:off x="3261726" y="-2820400"/>
            <a:ext cx="9030534" cy="3595514"/>
          </a:xfrm>
          <a:custGeom>
            <a:rect b="b" l="l" r="r" t="t"/>
            <a:pathLst>
              <a:path extrusionOk="0" h="7227164" w="17119496">
                <a:moveTo>
                  <a:pt x="0" y="0"/>
                </a:moveTo>
                <a:lnTo>
                  <a:pt x="17119496" y="0"/>
                </a:lnTo>
                <a:lnTo>
                  <a:pt x="17119496" y="7227165"/>
                </a:lnTo>
                <a:lnTo>
                  <a:pt x="0" y="72271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" name="Google Shape;29;p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4">
                <a:alphaModFix/>
              </a:blip>
              <a:srcRect b="10669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32;p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4" name="Google Shape;34;p3"/>
              <p:cNvCxnSpPr>
                <a:stCxn id="35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35" name="Google Shape;35;p3" title="YXL Bilingual - Blue Stacked.png"/>
            <p:cNvPicPr preferRelativeResize="0"/>
            <p:nvPr/>
          </p:nvPicPr>
          <p:blipFill rotWithShape="1">
            <a:blip r:embed="rId6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7285301" y="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 rot="-441143">
            <a:off x="7843278" y="-3995360"/>
            <a:ext cx="9572564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 rot="-324576">
            <a:off x="-1347975" y="5512002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" name="Google Shape;45;p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ctrTitle"/>
          </p:nvPr>
        </p:nvSpPr>
        <p:spPr>
          <a:xfrm>
            <a:off x="1524000" y="175416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6000"/>
              <a:buFont typeface="Montserrat"/>
              <a:buNone/>
              <a:defRPr b="1" sz="60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1524000" y="423383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5"/>
          <p:cNvSpPr/>
          <p:nvPr/>
        </p:nvSpPr>
        <p:spPr>
          <a:xfrm rot="-419202">
            <a:off x="7856663" y="-3808211"/>
            <a:ext cx="6993677" cy="6622426"/>
          </a:xfrm>
          <a:custGeom>
            <a:rect b="b" l="l" r="r" t="t"/>
            <a:pathLst>
              <a:path extrusionOk="0" h="13190552" w="13611264">
                <a:moveTo>
                  <a:pt x="0" y="0"/>
                </a:moveTo>
                <a:lnTo>
                  <a:pt x="13611264" y="0"/>
                </a:lnTo>
                <a:lnTo>
                  <a:pt x="13611264" y="13190552"/>
                </a:lnTo>
                <a:lnTo>
                  <a:pt x="0" y="131905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5"/>
          <p:cNvSpPr/>
          <p:nvPr/>
        </p:nvSpPr>
        <p:spPr>
          <a:xfrm rot="-324576">
            <a:off x="-325050" y="5108577"/>
            <a:ext cx="4664095" cy="2571392"/>
          </a:xfrm>
          <a:custGeom>
            <a:rect b="b" l="l" r="r" t="t"/>
            <a:pathLst>
              <a:path extrusionOk="0" h="3875831" w="7035336">
                <a:moveTo>
                  <a:pt x="0" y="0"/>
                </a:moveTo>
                <a:lnTo>
                  <a:pt x="7035337" y="0"/>
                </a:lnTo>
                <a:lnTo>
                  <a:pt x="7035337" y="3875830"/>
                </a:lnTo>
                <a:lnTo>
                  <a:pt x="0" y="3875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5"/>
          <p:cNvSpPr/>
          <p:nvPr/>
        </p:nvSpPr>
        <p:spPr>
          <a:xfrm>
            <a:off x="8913351" y="4877802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 flipH="1" rot="-350370">
            <a:off x="8585408" y="5211485"/>
            <a:ext cx="4667542" cy="2571392"/>
          </a:xfrm>
          <a:custGeom>
            <a:rect b="b" l="l" r="r" t="t"/>
            <a:pathLst>
              <a:path extrusionOk="0" h="3875831" w="7035336">
                <a:moveTo>
                  <a:pt x="7035336" y="0"/>
                </a:moveTo>
                <a:lnTo>
                  <a:pt x="0" y="0"/>
                </a:lnTo>
                <a:lnTo>
                  <a:pt x="0" y="3875830"/>
                </a:lnTo>
                <a:lnTo>
                  <a:pt x="7035336" y="3875830"/>
                </a:lnTo>
                <a:lnTo>
                  <a:pt x="703533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7" name="Google Shape;57;p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300" y="6236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66" name="Google Shape;66;p6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6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70" name="Google Shape;7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1" name="Google Shape;71;p6"/>
              <p:cNvCxnSpPr>
                <a:stCxn id="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72" name="Google Shape;72;p6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3" name="Google Shape;73;p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7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7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83" name="Google Shape;83;p7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84" name="Google Shape;84;p7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85" name="Google Shape;85;p7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7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87" name="Google Shape;87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88" name="Google Shape;88;p7"/>
              <p:cNvCxnSpPr>
                <a:stCxn id="8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89" name="Google Shape;89;p7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96" name="Google Shape;96;p8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97" name="Google Shape;97;p8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98" name="Google Shape;98;p8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" name="Google Shape;99;p8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00" name="Google Shape;100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1" name="Google Shape;101;p8"/>
              <p:cNvCxnSpPr>
                <a:stCxn id="10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02" name="Google Shape;102;p8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8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9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09" name="Google Shape;109;p9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10" name="Google Shape;110;p9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9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12" name="Google Shape;112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3" name="Google Shape;113;p9"/>
              <p:cNvCxnSpPr>
                <a:stCxn id="11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14" name="Google Shape;114;p9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9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2" name="Google Shape;122;p1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23" name="Google Shape;123;p10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24" name="Google Shape;124;p10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25" name="Google Shape;125;p10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10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27" name="Google Shape;12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" name="Google Shape;128;p10"/>
              <p:cNvCxnSpPr>
                <a:stCxn id="12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29" name="Google Shape;129;p10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0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3200"/>
              <a:buFont typeface="Montserrat"/>
              <a:buNone/>
              <a:defRPr sz="3200"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6" name="Google Shape;136;p11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grpSp>
        <p:nvGrpSpPr>
          <p:cNvPr id="138" name="Google Shape;138;p1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39" name="Google Shape;139;p11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40" name="Google Shape;140;p1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11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42" name="Google Shape;142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43" name="Google Shape;143;p11"/>
              <p:cNvCxnSpPr>
                <a:stCxn id="144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44" name="Google Shape;144;p11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1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52" name="Google Shape;152;p12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53" name="Google Shape;153;p12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54" name="Google Shape;154;p12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" name="Google Shape;155;p12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56" name="Google Shape;156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57" name="Google Shape;157;p12"/>
              <p:cNvCxnSpPr>
                <a:stCxn id="158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58" name="Google Shape;158;p12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12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19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grpSp>
        <p:nvGrpSpPr>
          <p:cNvPr id="166" name="Google Shape;166;p13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167" name="Google Shape;167;p13"/>
            <p:cNvGrpSpPr/>
            <p:nvPr/>
          </p:nvGrpSpPr>
          <p:grpSpPr>
            <a:xfrm>
              <a:off x="482992" y="4589028"/>
              <a:ext cx="8497082" cy="403447"/>
              <a:chOff x="1120971" y="6118869"/>
              <a:chExt cx="10851957" cy="537930"/>
            </a:xfrm>
          </p:grpSpPr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" name="Google Shape;169;p13"/>
              <p:cNvSpPr txBox="1"/>
              <p:nvPr/>
            </p:nvSpPr>
            <p:spPr>
              <a:xfrm>
                <a:off x="10447618" y="6425799"/>
                <a:ext cx="1180500" cy="23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sz="900">
                    <a:solidFill>
                      <a:srgbClr val="EE364C"/>
                    </a:solidFill>
                    <a:latin typeface="Arial"/>
                    <a:ea typeface="Arial"/>
                    <a:cs typeface="Arial"/>
                    <a:sym typeface="Arial"/>
                  </a:rPr>
                  <a:t>www.icanread.asia</a:t>
                </a:r>
                <a:endParaRPr sz="1200"/>
              </a:p>
            </p:txBody>
          </p:sp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65725"/>
              <a:stretch/>
            </p:blipFill>
            <p:spPr>
              <a:xfrm>
                <a:off x="10399589" y="6258564"/>
                <a:ext cx="1099743" cy="19846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71" name="Google Shape;171;p13"/>
              <p:cNvCxnSpPr>
                <a:stCxn id="172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C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172" name="Google Shape;172;p13" title="YXL Bilingual - Blue Stacked.png"/>
            <p:cNvPicPr preferRelativeResize="0"/>
            <p:nvPr/>
          </p:nvPicPr>
          <p:blipFill rotWithShape="1">
            <a:blip r:embed="rId4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3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3184004" y="117742"/>
            <a:ext cx="1704848" cy="1704848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EF394E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F394E"/>
              </a:solidFill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4311965" y="2181663"/>
            <a:ext cx="65460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8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-2450826" y="-403850"/>
            <a:ext cx="6555946" cy="2268391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1"/>
                </a:lnTo>
                <a:lnTo>
                  <a:pt x="0" y="3796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4"/>
          <p:cNvSpPr/>
          <p:nvPr/>
        </p:nvSpPr>
        <p:spPr>
          <a:xfrm>
            <a:off x="662235" y="1302589"/>
            <a:ext cx="5219928" cy="4792844"/>
          </a:xfrm>
          <a:custGeom>
            <a:rect b="b" l="l" r="r" t="t"/>
            <a:pathLst>
              <a:path extrusionOk="0" h="8021496" w="8736282">
                <a:moveTo>
                  <a:pt x="0" y="0"/>
                </a:moveTo>
                <a:lnTo>
                  <a:pt x="8736282" y="0"/>
                </a:lnTo>
                <a:lnTo>
                  <a:pt x="8736282" y="8021496"/>
                </a:lnTo>
                <a:lnTo>
                  <a:pt x="0" y="8021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4"/>
          <p:cNvSpPr/>
          <p:nvPr/>
        </p:nvSpPr>
        <p:spPr>
          <a:xfrm>
            <a:off x="7360210" y="4729867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/>
          <p:nvPr/>
        </p:nvSpPr>
        <p:spPr>
          <a:xfrm>
            <a:off x="-2467800" y="5339072"/>
            <a:ext cx="6989961" cy="2914419"/>
          </a:xfrm>
          <a:custGeom>
            <a:rect b="b" l="l" r="r" t="t"/>
            <a:pathLst>
              <a:path extrusionOk="0" h="4877689" w="11698680">
                <a:moveTo>
                  <a:pt x="0" y="0"/>
                </a:moveTo>
                <a:lnTo>
                  <a:pt x="11698680" y="0"/>
                </a:lnTo>
                <a:lnTo>
                  <a:pt x="11698680" y="4877688"/>
                </a:lnTo>
                <a:lnTo>
                  <a:pt x="0" y="487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14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4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5780425" y="1789125"/>
            <a:ext cx="5426100" cy="3847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F394E"/>
              </a:buClr>
              <a:buSzPts val="4400"/>
              <a:buNone/>
              <a:defRPr>
                <a:solidFill>
                  <a:srgbClr val="EF394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15"/>
          <p:cNvSpPr/>
          <p:nvPr/>
        </p:nvSpPr>
        <p:spPr>
          <a:xfrm>
            <a:off x="3571322" y="-702875"/>
            <a:ext cx="4523434" cy="2492001"/>
          </a:xfrm>
          <a:custGeom>
            <a:rect b="b" l="l" r="r" t="t"/>
            <a:pathLst>
              <a:path extrusionOk="0" h="4530911" w="8224425">
                <a:moveTo>
                  <a:pt x="0" y="0"/>
                </a:moveTo>
                <a:lnTo>
                  <a:pt x="8224425" y="0"/>
                </a:lnTo>
                <a:lnTo>
                  <a:pt x="8224425" y="4530910"/>
                </a:lnTo>
                <a:lnTo>
                  <a:pt x="0" y="4530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5"/>
          <p:cNvSpPr/>
          <p:nvPr/>
        </p:nvSpPr>
        <p:spPr>
          <a:xfrm>
            <a:off x="-743275" y="1046274"/>
            <a:ext cx="6576246" cy="5775139"/>
          </a:xfrm>
          <a:custGeom>
            <a:rect b="b" l="l" r="r" t="t"/>
            <a:pathLst>
              <a:path extrusionOk="0" h="10500253" w="11956810">
                <a:moveTo>
                  <a:pt x="0" y="0"/>
                </a:moveTo>
                <a:lnTo>
                  <a:pt x="11956810" y="0"/>
                </a:lnTo>
                <a:lnTo>
                  <a:pt x="11956810" y="10500253"/>
                </a:lnTo>
                <a:lnTo>
                  <a:pt x="0" y="1050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/>
          <p:nvPr/>
        </p:nvSpPr>
        <p:spPr>
          <a:xfrm flipH="1">
            <a:off x="9026540" y="5295222"/>
            <a:ext cx="4023360" cy="2216506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5"/>
          <p:cNvSpPr/>
          <p:nvPr/>
        </p:nvSpPr>
        <p:spPr>
          <a:xfrm>
            <a:off x="-560274" y="-702873"/>
            <a:ext cx="2078736" cy="20787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6364B"/>
          </a:solidFill>
          <a:ln>
            <a:noFill/>
          </a:ln>
        </p:spPr>
        <p:txBody>
          <a:bodyPr anchorCtr="0" anchor="ctr" bIns="58075" lIns="58075" spcFirstLastPara="1" rIns="58075" wrap="square" tIns="5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15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4767" y="305233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/>
          <p:nvPr/>
        </p:nvSpPr>
        <p:spPr>
          <a:xfrm>
            <a:off x="-4687062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0"/>
                </a:lnTo>
                <a:lnTo>
                  <a:pt x="0" y="7393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2" name="Google Shape;202;p16"/>
          <p:cNvGrpSpPr/>
          <p:nvPr/>
        </p:nvGrpSpPr>
        <p:grpSpPr>
          <a:xfrm>
            <a:off x="2736002" y="4300454"/>
            <a:ext cx="6718749" cy="225325"/>
            <a:chOff x="0" y="-76200"/>
            <a:chExt cx="3088228" cy="103569"/>
          </a:xfrm>
        </p:grpSpPr>
        <p:sp>
          <p:nvSpPr>
            <p:cNvPr id="203" name="Google Shape;203;p16"/>
            <p:cNvSpPr/>
            <p:nvPr/>
          </p:nvSpPr>
          <p:spPr>
            <a:xfrm>
              <a:off x="0" y="0"/>
              <a:ext cx="3088228" cy="27369"/>
            </a:xfrm>
            <a:custGeom>
              <a:rect b="b" l="l" r="r" t="t"/>
              <a:pathLst>
                <a:path extrusionOk="0" h="27369" w="3088228">
                  <a:moveTo>
                    <a:pt x="0" y="0"/>
                  </a:moveTo>
                  <a:lnTo>
                    <a:pt x="3088228" y="0"/>
                  </a:lnTo>
                  <a:lnTo>
                    <a:pt x="3088228" y="27369"/>
                  </a:lnTo>
                  <a:lnTo>
                    <a:pt x="0" y="27369"/>
                  </a:lnTo>
                  <a:close/>
                </a:path>
              </a:pathLst>
            </a:custGeom>
            <a:solidFill>
              <a:srgbClr val="264D6D"/>
            </a:solidFill>
            <a:ln>
              <a:noFill/>
            </a:ln>
          </p:spPr>
        </p:sp>
        <p:sp>
          <p:nvSpPr>
            <p:cNvPr id="204" name="Google Shape;204;p16"/>
            <p:cNvSpPr txBox="1"/>
            <p:nvPr/>
          </p:nvSpPr>
          <p:spPr>
            <a:xfrm>
              <a:off x="0" y="-76200"/>
              <a:ext cx="3088200" cy="10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6"/>
          <p:cNvGrpSpPr/>
          <p:nvPr/>
        </p:nvGrpSpPr>
        <p:grpSpPr>
          <a:xfrm>
            <a:off x="2654964" y="4414967"/>
            <a:ext cx="161991" cy="161991"/>
            <a:chOff x="0" y="0"/>
            <a:chExt cx="812800" cy="812800"/>
          </a:xfrm>
        </p:grpSpPr>
        <p:sp>
          <p:nvSpPr>
            <p:cNvPr id="206" name="Google Shape;20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6"/>
          <p:cNvGrpSpPr/>
          <p:nvPr/>
        </p:nvGrpSpPr>
        <p:grpSpPr>
          <a:xfrm>
            <a:off x="9373394" y="4414967"/>
            <a:ext cx="161991" cy="161991"/>
            <a:chOff x="0" y="0"/>
            <a:chExt cx="812800" cy="812800"/>
          </a:xfrm>
        </p:grpSpPr>
        <p:sp>
          <p:nvSpPr>
            <p:cNvPr id="209" name="Google Shape;20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6"/>
          <p:cNvGrpSpPr/>
          <p:nvPr/>
        </p:nvGrpSpPr>
        <p:grpSpPr>
          <a:xfrm>
            <a:off x="6015250" y="4414967"/>
            <a:ext cx="161991" cy="161991"/>
            <a:chOff x="0" y="0"/>
            <a:chExt cx="812800" cy="812800"/>
          </a:xfrm>
        </p:grpSpPr>
        <p:sp>
          <p:nvSpPr>
            <p:cNvPr id="212" name="Google Shape;21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52375" lIns="52375" spcFirstLastPara="1" rIns="52375" wrap="square" tIns="52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100" lIns="29100" spcFirstLastPara="1" rIns="29100" wrap="square" tIns="29100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6"/>
          <p:cNvSpPr/>
          <p:nvPr/>
        </p:nvSpPr>
        <p:spPr>
          <a:xfrm flipH="1">
            <a:off x="9093288" y="-1173886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0"/>
                </a:lnTo>
                <a:lnTo>
                  <a:pt x="13599606" y="7393240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 txBox="1"/>
          <p:nvPr/>
        </p:nvSpPr>
        <p:spPr>
          <a:xfrm>
            <a:off x="1826990" y="2591158"/>
            <a:ext cx="85365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100" u="none" cap="none" strike="noStrike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MILESTONES</a:t>
            </a:r>
            <a:endParaRPr sz="800">
              <a:solidFill>
                <a:srgbClr val="EF394E"/>
              </a:solidFill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511057" y="3580678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0" y="0"/>
                </a:moveTo>
                <a:lnTo>
                  <a:pt x="13599606" y="0"/>
                </a:lnTo>
                <a:lnTo>
                  <a:pt x="13599606" y="7393241"/>
                </a:lnTo>
                <a:lnTo>
                  <a:pt x="0" y="73932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 txBox="1"/>
          <p:nvPr/>
        </p:nvSpPr>
        <p:spPr>
          <a:xfrm>
            <a:off x="2236014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2019</a:t>
            </a:r>
            <a:endParaRPr sz="800"/>
          </a:p>
        </p:txBody>
      </p:sp>
      <p:sp>
        <p:nvSpPr>
          <p:cNvPr id="218" name="Google Shape;218;p16"/>
          <p:cNvSpPr txBox="1"/>
          <p:nvPr/>
        </p:nvSpPr>
        <p:spPr>
          <a:xfrm>
            <a:off x="1792627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19" name="Google Shape;219;p16"/>
          <p:cNvSpPr txBox="1"/>
          <p:nvPr/>
        </p:nvSpPr>
        <p:spPr>
          <a:xfrm>
            <a:off x="5596301" y="4658837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2023</a:t>
            </a:r>
            <a:endParaRPr sz="800"/>
          </a:p>
        </p:txBody>
      </p:sp>
      <p:sp>
        <p:nvSpPr>
          <p:cNvPr id="220" name="Google Shape;220;p16"/>
          <p:cNvSpPr txBox="1"/>
          <p:nvPr/>
        </p:nvSpPr>
        <p:spPr>
          <a:xfrm>
            <a:off x="5152913" y="5083433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1" name="Google Shape;221;p16"/>
          <p:cNvSpPr txBox="1"/>
          <p:nvPr/>
        </p:nvSpPr>
        <p:spPr>
          <a:xfrm>
            <a:off x="8954445" y="4602035"/>
            <a:ext cx="1000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1300" u="none" cap="none" strike="noStrike">
                <a:solidFill>
                  <a:srgbClr val="D14043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800"/>
          </a:p>
        </p:txBody>
      </p:sp>
      <p:sp>
        <p:nvSpPr>
          <p:cNvPr id="222" name="Google Shape;222;p16"/>
          <p:cNvSpPr txBox="1"/>
          <p:nvPr/>
        </p:nvSpPr>
        <p:spPr>
          <a:xfrm>
            <a:off x="8511057" y="5026631"/>
            <a:ext cx="18867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100" u="none" cap="none" strike="noStrik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 eiusmod tempor incididunt ut labore et dolore magna aliqua. </a:t>
            </a:r>
            <a:endParaRPr sz="800"/>
          </a:p>
        </p:txBody>
      </p:sp>
      <p:sp>
        <p:nvSpPr>
          <p:cNvPr id="223" name="Google Shape;223;p16"/>
          <p:cNvSpPr/>
          <p:nvPr/>
        </p:nvSpPr>
        <p:spPr>
          <a:xfrm flipH="1">
            <a:off x="-4205191" y="3799251"/>
            <a:ext cx="7785774" cy="4232630"/>
          </a:xfrm>
          <a:custGeom>
            <a:rect b="b" l="l" r="r" t="t"/>
            <a:pathLst>
              <a:path extrusionOk="0" h="7393240" w="13599606">
                <a:moveTo>
                  <a:pt x="13599606" y="0"/>
                </a:moveTo>
                <a:lnTo>
                  <a:pt x="0" y="0"/>
                </a:lnTo>
                <a:lnTo>
                  <a:pt x="0" y="7393241"/>
                </a:lnTo>
                <a:lnTo>
                  <a:pt x="13599606" y="7393241"/>
                </a:lnTo>
                <a:lnTo>
                  <a:pt x="13599606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4" name="Google Shape;224;p16" title="YXL Bilingual - Blue Stack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500" y="1669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7"/>
          <p:cNvGrpSpPr/>
          <p:nvPr/>
        </p:nvGrpSpPr>
        <p:grpSpPr>
          <a:xfrm>
            <a:off x="-1015880" y="3709853"/>
            <a:ext cx="3005978" cy="3005978"/>
            <a:chOff x="0" y="0"/>
            <a:chExt cx="812800" cy="812800"/>
          </a:xfrm>
        </p:grpSpPr>
        <p:sp>
          <p:nvSpPr>
            <p:cNvPr id="231" name="Google Shape;231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394E"/>
            </a:solidFill>
            <a:ln>
              <a:noFill/>
            </a:ln>
          </p:spPr>
          <p:txBody>
            <a:bodyPr anchorCtr="0" anchor="ctr" bIns="57375" lIns="57375" spcFirstLastPara="1" rIns="57375" wrap="square" tIns="57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875" lIns="31875" spcFirstLastPara="1" rIns="31875" wrap="square" tIns="318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7"/>
          <p:cNvSpPr/>
          <p:nvPr/>
        </p:nvSpPr>
        <p:spPr>
          <a:xfrm>
            <a:off x="6103753" y="-1886475"/>
            <a:ext cx="7193791" cy="3910807"/>
          </a:xfrm>
          <a:custGeom>
            <a:rect b="b" l="l" r="r" t="t"/>
            <a:pathLst>
              <a:path extrusionOk="0" h="6232361" w="11464209">
                <a:moveTo>
                  <a:pt x="0" y="0"/>
                </a:moveTo>
                <a:lnTo>
                  <a:pt x="11464208" y="0"/>
                </a:lnTo>
                <a:lnTo>
                  <a:pt x="11464208" y="6232361"/>
                </a:lnTo>
                <a:lnTo>
                  <a:pt x="0" y="6232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7"/>
          <p:cNvSpPr/>
          <p:nvPr/>
        </p:nvSpPr>
        <p:spPr>
          <a:xfrm flipH="1">
            <a:off x="-5932773" y="5212839"/>
            <a:ext cx="11054113" cy="4666603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7"/>
          <p:cNvSpPr txBox="1"/>
          <p:nvPr/>
        </p:nvSpPr>
        <p:spPr>
          <a:xfrm>
            <a:off x="773000" y="2551616"/>
            <a:ext cx="10511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00">
                <a:solidFill>
                  <a:srgbClr val="EF394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YUEXUELE VIETNAM ACADEMIC TEAM</a:t>
            </a:r>
            <a:endParaRPr sz="700">
              <a:solidFill>
                <a:srgbClr val="EF394E"/>
              </a:solidFill>
            </a:endParaRPr>
          </a:p>
        </p:txBody>
      </p:sp>
      <p:pic>
        <p:nvPicPr>
          <p:cNvPr id="236" name="Google Shape;236;p17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-1544700" y="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203468"/>
          </a:solidFill>
          <a:ln cap="flat" cmpd="sng" w="12700">
            <a:solidFill>
              <a:srgbClr val="2034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-1544700" y="78175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EF394E"/>
          </a:solidFill>
          <a:ln cap="flat" cmpd="sng" w="12700">
            <a:solidFill>
              <a:srgbClr val="EF39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-1544700" y="15635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B7C9D3"/>
          </a:solidFill>
          <a:ln cap="flat" cmpd="sng" w="12700">
            <a:solidFill>
              <a:srgbClr val="B7C9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-1544700" y="2345100"/>
            <a:ext cx="1298400" cy="57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-257770" y="-748625"/>
            <a:ext cx="5668162" cy="2363303"/>
          </a:xfrm>
          <a:custGeom>
            <a:rect b="b" l="l" r="r" t="t"/>
            <a:pathLst>
              <a:path extrusionOk="0" h="3796471" w="9105481">
                <a:moveTo>
                  <a:pt x="0" y="0"/>
                </a:moveTo>
                <a:lnTo>
                  <a:pt x="9105481" y="0"/>
                </a:lnTo>
                <a:lnTo>
                  <a:pt x="9105481" y="3796472"/>
                </a:lnTo>
                <a:lnTo>
                  <a:pt x="0" y="3796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8"/>
          <p:cNvSpPr/>
          <p:nvPr/>
        </p:nvSpPr>
        <p:spPr>
          <a:xfrm>
            <a:off x="-440275" y="-24121"/>
            <a:ext cx="6843739" cy="6022490"/>
          </a:xfrm>
          <a:custGeom>
            <a:rect b="b" l="l" r="r" t="t"/>
            <a:pathLst>
              <a:path extrusionOk="0" h="9674683" w="10993958">
                <a:moveTo>
                  <a:pt x="0" y="0"/>
                </a:moveTo>
                <a:lnTo>
                  <a:pt x="10993958" y="0"/>
                </a:lnTo>
                <a:lnTo>
                  <a:pt x="10993958" y="9674682"/>
                </a:lnTo>
                <a:lnTo>
                  <a:pt x="0" y="9674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8"/>
          <p:cNvSpPr txBox="1"/>
          <p:nvPr/>
        </p:nvSpPr>
        <p:spPr>
          <a:xfrm>
            <a:off x="5101204" y="2371072"/>
            <a:ext cx="5513700" cy="1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</a:t>
            </a:r>
            <a:r>
              <a:rPr b="1" lang="zh-CN" sz="5900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</a:t>
            </a:r>
            <a:r>
              <a:rPr b="1" i="0" lang="zh-CN" sz="59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</a:t>
            </a:r>
            <a:endParaRPr sz="900"/>
          </a:p>
        </p:txBody>
      </p:sp>
      <p:sp>
        <p:nvSpPr>
          <p:cNvPr id="245" name="Google Shape;245;p18"/>
          <p:cNvSpPr/>
          <p:nvPr/>
        </p:nvSpPr>
        <p:spPr>
          <a:xfrm>
            <a:off x="8968473" y="5132539"/>
            <a:ext cx="4642684" cy="1935737"/>
          </a:xfrm>
          <a:custGeom>
            <a:rect b="b" l="l" r="r" t="t"/>
            <a:pathLst>
              <a:path extrusionOk="0" h="3109618" w="7458127">
                <a:moveTo>
                  <a:pt x="0" y="0"/>
                </a:moveTo>
                <a:lnTo>
                  <a:pt x="7458126" y="0"/>
                </a:lnTo>
                <a:lnTo>
                  <a:pt x="7458126" y="3109617"/>
                </a:lnTo>
                <a:lnTo>
                  <a:pt x="0" y="310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8"/>
          <p:cNvSpPr/>
          <p:nvPr/>
        </p:nvSpPr>
        <p:spPr>
          <a:xfrm flipH="1">
            <a:off x="-1965622" y="1299899"/>
            <a:ext cx="3046400" cy="1270177"/>
          </a:xfrm>
          <a:custGeom>
            <a:rect b="b" l="l" r="r" t="t"/>
            <a:pathLst>
              <a:path extrusionOk="0" h="2040445" w="4893815">
                <a:moveTo>
                  <a:pt x="4893815" y="0"/>
                </a:moveTo>
                <a:lnTo>
                  <a:pt x="0" y="0"/>
                </a:lnTo>
                <a:lnTo>
                  <a:pt x="0" y="2040445"/>
                </a:lnTo>
                <a:lnTo>
                  <a:pt x="4893815" y="2040445"/>
                </a:lnTo>
                <a:lnTo>
                  <a:pt x="489381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47" name="Google Shape;247;p18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1800" y="2298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 rot="296900">
            <a:off x="-176988" y="1843611"/>
            <a:ext cx="6138925" cy="5748267"/>
          </a:xfrm>
          <a:custGeom>
            <a:rect b="b" l="l" r="r" t="t"/>
            <a:pathLst>
              <a:path extrusionOk="0" h="9916610" w="10590554">
                <a:moveTo>
                  <a:pt x="0" y="0"/>
                </a:moveTo>
                <a:lnTo>
                  <a:pt x="10590554" y="0"/>
                </a:lnTo>
                <a:lnTo>
                  <a:pt x="10590554" y="9916610"/>
                </a:lnTo>
                <a:lnTo>
                  <a:pt x="0" y="9916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9"/>
          <p:cNvSpPr/>
          <p:nvPr/>
        </p:nvSpPr>
        <p:spPr>
          <a:xfrm flipH="1">
            <a:off x="8991574" y="-733497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0"/>
                </a:lnTo>
                <a:lnTo>
                  <a:pt x="7315200" y="403001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9"/>
          <p:cNvSpPr txBox="1"/>
          <p:nvPr/>
        </p:nvSpPr>
        <p:spPr>
          <a:xfrm>
            <a:off x="5564686" y="1350781"/>
            <a:ext cx="41697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44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PRODUCTION PROCESS</a:t>
            </a:r>
            <a:endParaRPr sz="800"/>
          </a:p>
        </p:txBody>
      </p:sp>
      <p:sp>
        <p:nvSpPr>
          <p:cNvPr id="252" name="Google Shape;252;p19"/>
          <p:cNvSpPr/>
          <p:nvPr/>
        </p:nvSpPr>
        <p:spPr>
          <a:xfrm flipH="1">
            <a:off x="8042488" y="5135429"/>
            <a:ext cx="4224528" cy="2327331"/>
          </a:xfrm>
          <a:custGeom>
            <a:rect b="b" l="l" r="r" t="t"/>
            <a:pathLst>
              <a:path extrusionOk="0" h="4030010" w="7315200">
                <a:moveTo>
                  <a:pt x="7315200" y="0"/>
                </a:moveTo>
                <a:lnTo>
                  <a:pt x="0" y="0"/>
                </a:lnTo>
                <a:lnTo>
                  <a:pt x="0" y="4030011"/>
                </a:lnTo>
                <a:lnTo>
                  <a:pt x="7315200" y="4030011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3" name="Google Shape;253;p19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7">
  <p:cSld name="CUSTOM_6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4869911" y="-2579757"/>
            <a:ext cx="10319744" cy="4446872"/>
          </a:xfrm>
          <a:custGeom>
            <a:rect b="b" l="l" r="r" t="t"/>
            <a:pathLst>
              <a:path extrusionOk="0" h="6285331" w="14586210">
                <a:moveTo>
                  <a:pt x="0" y="0"/>
                </a:moveTo>
                <a:lnTo>
                  <a:pt x="14586210" y="0"/>
                </a:lnTo>
                <a:lnTo>
                  <a:pt x="14586210" y="6285330"/>
                </a:lnTo>
                <a:lnTo>
                  <a:pt x="0" y="6285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0"/>
          <p:cNvSpPr txBox="1"/>
          <p:nvPr/>
        </p:nvSpPr>
        <p:spPr>
          <a:xfrm>
            <a:off x="533401" y="1819039"/>
            <a:ext cx="7750800" cy="24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8300" u="none" cap="none" strike="noStrike">
                <a:solidFill>
                  <a:srgbClr val="D140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OUR CONTACT</a:t>
            </a:r>
            <a:endParaRPr sz="900"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916878" y="1762349"/>
            <a:ext cx="4234119" cy="4234119"/>
            <a:chOff x="0" y="0"/>
            <a:chExt cx="812800" cy="812800"/>
          </a:xfrm>
        </p:grpSpPr>
        <p:sp>
          <p:nvSpPr>
            <p:cNvPr id="258" name="Google Shape;25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4043"/>
            </a:solidFill>
            <a:ln>
              <a:noFill/>
            </a:ln>
          </p:spPr>
          <p:txBody>
            <a:bodyPr anchorCtr="0" anchor="ctr" bIns="64725" lIns="64725" spcFirstLastPara="1" rIns="64725" wrap="square" tIns="64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975" lIns="35975" spcFirstLastPara="1" rIns="35975" wrap="square" tIns="35975">
              <a:noAutofit/>
            </a:bodyPr>
            <a:lstStyle/>
            <a:p>
              <a:pPr indent="0" lvl="0" marL="0" marR="0" rtl="0" algn="ctr">
                <a:lnSpc>
                  <a:spcPct val="15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0"/>
          <p:cNvSpPr/>
          <p:nvPr/>
        </p:nvSpPr>
        <p:spPr>
          <a:xfrm flipH="1">
            <a:off x="712231" y="4176221"/>
            <a:ext cx="12463402" cy="5261548"/>
          </a:xfrm>
          <a:custGeom>
            <a:rect b="b" l="l" r="r" t="t"/>
            <a:pathLst>
              <a:path extrusionOk="0" h="7436817" w="17616116">
                <a:moveTo>
                  <a:pt x="17616116" y="0"/>
                </a:moveTo>
                <a:lnTo>
                  <a:pt x="0" y="0"/>
                </a:lnTo>
                <a:lnTo>
                  <a:pt x="0" y="7436817"/>
                </a:lnTo>
                <a:lnTo>
                  <a:pt x="17616116" y="7436817"/>
                </a:lnTo>
                <a:lnTo>
                  <a:pt x="17616116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61" name="Google Shape;261;p20" title="YXL Bilingual - Blue Stack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900" y="217200"/>
            <a:ext cx="2163001" cy="87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1F386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/>
          <p:nvPr>
            <p:ph type="title"/>
          </p:nvPr>
        </p:nvSpPr>
        <p:spPr>
          <a:xfrm>
            <a:off x="831850" y="1345944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1" type="body"/>
          </p:nvPr>
        </p:nvSpPr>
        <p:spPr>
          <a:xfrm>
            <a:off x="831850" y="4225669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grpSp>
        <p:nvGrpSpPr>
          <p:cNvPr id="265" name="Google Shape;265;p21"/>
          <p:cNvGrpSpPr/>
          <p:nvPr/>
        </p:nvGrpSpPr>
        <p:grpSpPr>
          <a:xfrm>
            <a:off x="102008" y="6064398"/>
            <a:ext cx="11871125" cy="741381"/>
            <a:chOff x="76508" y="4548412"/>
            <a:chExt cx="8903567" cy="556050"/>
          </a:xfrm>
        </p:grpSpPr>
        <p:grpSp>
          <p:nvGrpSpPr>
            <p:cNvPr id="266" name="Google Shape;266;p21"/>
            <p:cNvGrpSpPr/>
            <p:nvPr/>
          </p:nvGrpSpPr>
          <p:grpSpPr>
            <a:xfrm>
              <a:off x="482992" y="4589028"/>
              <a:ext cx="8497082" cy="277009"/>
              <a:chOff x="1120971" y="6118869"/>
              <a:chExt cx="10851957" cy="369346"/>
            </a:xfrm>
          </p:grpSpPr>
          <p:pic>
            <p:nvPicPr>
              <p:cNvPr id="267" name="Google Shape;267;p21"/>
              <p:cNvPicPr preferRelativeResize="0"/>
              <p:nvPr/>
            </p:nvPicPr>
            <p:blipFill rotWithShape="1">
              <a:blip r:embed="rId2">
                <a:alphaModFix/>
              </a:blip>
              <a:srcRect b="10666" l="0" r="0" t="0"/>
              <a:stretch/>
            </p:blipFill>
            <p:spPr>
              <a:xfrm>
                <a:off x="11379409" y="6118869"/>
                <a:ext cx="593518" cy="33329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268" name="Google Shape;268;p21"/>
              <p:cNvCxnSpPr>
                <a:stCxn id="269" idx="3"/>
              </p:cNvCxnSpPr>
              <p:nvPr/>
            </p:nvCxnSpPr>
            <p:spPr>
              <a:xfrm>
                <a:off x="1120971" y="6435415"/>
                <a:ext cx="10749900" cy="528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id="269" name="Google Shape;269;p21" title="YXL Bilingual - Blue Stacked.png"/>
            <p:cNvPicPr preferRelativeResize="0"/>
            <p:nvPr/>
          </p:nvPicPr>
          <p:blipFill rotWithShape="1">
            <a:blip r:embed="rId3">
              <a:alphaModFix/>
            </a:blip>
            <a:srcRect b="0" l="0" r="70367" t="0"/>
            <a:stretch/>
          </p:blipFill>
          <p:spPr>
            <a:xfrm>
              <a:off x="76508" y="4548412"/>
              <a:ext cx="406484" cy="556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0" name="Google Shape;270;p21" title="YXL Bilingual - White Sta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920" y="474133"/>
            <a:ext cx="2494134" cy="100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Text">
  <p:cSld name="Body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 txBox="1"/>
          <p:nvPr>
            <p:ph type="title"/>
          </p:nvPr>
        </p:nvSpPr>
        <p:spPr>
          <a:xfrm>
            <a:off x="872067" y="449800"/>
            <a:ext cx="8374800" cy="10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398E"/>
              </a:buClr>
              <a:buSzPts val="3700"/>
              <a:buFont typeface="Cherry Cream Soda"/>
              <a:buNone/>
              <a:defRPr b="1" sz="3700">
                <a:solidFill>
                  <a:srgbClr val="29398E"/>
                </a:solidFill>
                <a:latin typeface="Cherry Cream Soda"/>
                <a:ea typeface="Cherry Cream Soda"/>
                <a:cs typeface="Cherry Cream Soda"/>
                <a:sym typeface="Cherry Cream Soda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herry Cream Soda"/>
              <a:buNone/>
              <a:defRPr>
                <a:latin typeface="Cherry Cream Soda"/>
                <a:ea typeface="Cherry Cream Soda"/>
                <a:cs typeface="Cherry Cream Soda"/>
                <a:sym typeface="Cherry Cream Soda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1" type="body"/>
          </p:nvPr>
        </p:nvSpPr>
        <p:spPr>
          <a:xfrm>
            <a:off x="838200" y="1503433"/>
            <a:ext cx="9316500" cy="3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chitects Daughter"/>
              <a:buChar char="●"/>
              <a:defRPr sz="2100"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indent="-463550" lvl="1" marL="914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2pPr>
            <a:lvl3pPr indent="-463550" lvl="2" marL="1371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3pPr>
            <a:lvl4pPr indent="-463550" lvl="3" marL="1828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4pPr>
            <a:lvl5pPr indent="-463550" lvl="4" marL="22860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5pPr>
            <a:lvl6pPr indent="-463550" lvl="5" marL="27432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6pPr>
            <a:lvl7pPr indent="-463550" lvl="6" marL="32004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●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7pPr>
            <a:lvl8pPr indent="-463550" lvl="7" marL="36576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○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8pPr>
            <a:lvl9pPr indent="-463550" lvl="8" marL="411480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SzPts val="3700"/>
              <a:buFont typeface="Architects Daughter"/>
              <a:buChar char="■"/>
              <a:defRPr>
                <a:latin typeface="Architects Daughter"/>
                <a:ea typeface="Architects Daughter"/>
                <a:cs typeface="Architects Daughter"/>
                <a:sym typeface="Architects Daughter"/>
              </a:defRPr>
            </a:lvl9pPr>
          </a:lstStyle>
          <a:p/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9120" y="5966661"/>
            <a:ext cx="523842" cy="523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7896" y="-1119527"/>
            <a:ext cx="2566287" cy="25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>
            <p:ph idx="12" type="sldNum"/>
          </p:nvPr>
        </p:nvSpPr>
        <p:spPr>
          <a:xfrm>
            <a:off x="940456" y="6264531"/>
            <a:ext cx="36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00" lIns="60900" spcFirstLastPara="1" rIns="60900" wrap="square" tIns="60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 cap="flat" cmpd="sng" w="9525">
            <a:solidFill>
              <a:srgbClr val="D14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74C"/>
              </a:buClr>
              <a:buSzPts val="4400"/>
              <a:buFont typeface="Montserrat Black"/>
              <a:buNone/>
              <a:defRPr i="0" sz="4400" u="none" cap="none" strike="noStrike">
                <a:solidFill>
                  <a:srgbClr val="F5374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92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92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46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5.png"/><Relationship Id="rId4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4.png"/><Relationship Id="rId4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2.png"/><Relationship Id="rId4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7.png"/><Relationship Id="rId4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0.png"/><Relationship Id="rId4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png"/><Relationship Id="rId4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2.png"/><Relationship Id="rId4" Type="http://schemas.openxmlformats.org/officeDocument/2006/relationships/image" Target="../media/image5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2.png"/><Relationship Id="rId4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2.png"/><Relationship Id="rId4" Type="http://schemas.openxmlformats.org/officeDocument/2006/relationships/image" Target="../media/image4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2.png"/><Relationship Id="rId4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2.png"/><Relationship Id="rId4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2.png"/><Relationship Id="rId4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2.png"/><Relationship Id="rId4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5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3.png"/><Relationship Id="rId4" Type="http://schemas.openxmlformats.org/officeDocument/2006/relationships/image" Target="../media/image44.png"/><Relationship Id="rId5" Type="http://schemas.openxmlformats.org/officeDocument/2006/relationships/image" Target="../media/image6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/>
        </p:nvSpPr>
        <p:spPr>
          <a:xfrm>
            <a:off x="2115375" y="25520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Unit 4 lesson 8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2207625" y="3506350"/>
            <a:ext cx="7869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三个苹果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点名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Diǎnmíng</a:t>
            </a:r>
            <a:endParaRPr sz="2750">
              <a:solidFill>
                <a:srgbClr val="002060"/>
              </a:solidFill>
            </a:endParaRPr>
          </a:p>
        </p:txBody>
      </p:sp>
      <p:pic>
        <p:nvPicPr>
          <p:cNvPr id="288" name="Google Shape;288;p24" title="Ảnh chụp Màn hình 2025-08-20 lúc 12.04.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42263" y="329350"/>
            <a:ext cx="6338551" cy="57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 rotWithShape="1">
          <a:blip r:embed="rId3">
            <a:alphaModFix/>
          </a:blip>
          <a:srcRect b="35055" l="7630" r="6348" t="36099"/>
          <a:stretch/>
        </p:blipFill>
        <p:spPr>
          <a:xfrm rot="5400000">
            <a:off x="2667125" y="2151450"/>
            <a:ext cx="4828725" cy="22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title="Ảnh chụp Màn hình 2025-08-15 lúc 13.3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41313" y="1627856"/>
            <a:ext cx="2216497" cy="284352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999992" y="4146787"/>
            <a:ext cx="63258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sit nicely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2" name="Google Shape;302;p26"/>
          <p:cNvPicPr preferRelativeResize="0"/>
          <p:nvPr/>
        </p:nvPicPr>
        <p:blipFill rotWithShape="1">
          <a:blip r:embed="rId3">
            <a:alphaModFix/>
          </a:blip>
          <a:srcRect b="29504" l="7716" r="8320" t="21475"/>
          <a:stretch/>
        </p:blipFill>
        <p:spPr>
          <a:xfrm rot="5400000">
            <a:off x="3372200" y="1192761"/>
            <a:ext cx="5021125" cy="41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title="Ảnh chụp Màn hình 2025-08-15 lúc 13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941128" y="2164982"/>
            <a:ext cx="2262275" cy="200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135950" y="4146775"/>
            <a:ext cx="61899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275" lIns="125275" spcFirstLastPara="1" rIns="125275" wrap="square" tIns="12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40">
                <a:latin typeface="Montserrat"/>
                <a:ea typeface="Montserrat"/>
                <a:cs typeface="Montserrat"/>
                <a:sym typeface="Montserrat"/>
              </a:rPr>
              <a:t>listen</a:t>
            </a:r>
            <a:endParaRPr sz="27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0" name="Google Shape;310;p27"/>
          <p:cNvPicPr preferRelativeResize="0"/>
          <p:nvPr/>
        </p:nvPicPr>
        <p:blipFill rotWithShape="1">
          <a:blip r:embed="rId3">
            <a:alphaModFix/>
          </a:blip>
          <a:srcRect b="22883" l="33903" r="34063" t="22147"/>
          <a:stretch/>
        </p:blipFill>
        <p:spPr>
          <a:xfrm rot="5400000">
            <a:off x="2648382" y="1977099"/>
            <a:ext cx="4245874" cy="409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/>
          <p:cNvPicPr preferRelativeResize="0"/>
          <p:nvPr/>
        </p:nvPicPr>
        <p:blipFill rotWithShape="1">
          <a:blip r:embed="rId4">
            <a:alphaModFix/>
          </a:blip>
          <a:srcRect b="14408" l="45320" r="39726" t="24305"/>
          <a:stretch/>
        </p:blipFill>
        <p:spPr>
          <a:xfrm rot="5400000">
            <a:off x="8520982" y="1095306"/>
            <a:ext cx="1777714" cy="4098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7677446" y="4093874"/>
            <a:ext cx="34647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00" lIns="105600" spcFirstLastPara="1" rIns="105600" wrap="square" tIns="1056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zh-CN" sz="2309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yes on me</a:t>
            </a:r>
            <a:endParaRPr sz="16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课堂用语</a:t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Kètáng yòngyǔ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b="13303" l="8726" r="10471" t="17189"/>
          <a:stretch/>
        </p:blipFill>
        <p:spPr>
          <a:xfrm rot="5400000">
            <a:off x="2138750" y="1535250"/>
            <a:ext cx="3958426" cy="4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8" title="Ảnh chụp Màn hình 2025-08-15 lúc 13.37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033850" y="1958547"/>
            <a:ext cx="2479184" cy="3239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8"/>
          <p:cNvSpPr txBox="1"/>
          <p:nvPr/>
        </p:nvSpPr>
        <p:spPr>
          <a:xfrm>
            <a:off x="6101275" y="4607285"/>
            <a:ext cx="6262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050" lIns="124050" spcFirstLastPara="1" rIns="124050" wrap="square" tIns="124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13">
                <a:latin typeface="Montserrat"/>
                <a:ea typeface="Montserrat"/>
                <a:cs typeface="Montserrat"/>
                <a:sym typeface="Montserrat"/>
              </a:rPr>
              <a:t>quiet</a:t>
            </a:r>
            <a:endParaRPr sz="27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复习拼音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Fùxí pīnyīn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29" title="U4L7+8 (1).png"/>
          <p:cNvPicPr preferRelativeResize="0"/>
          <p:nvPr/>
        </p:nvPicPr>
        <p:blipFill rotWithShape="1">
          <a:blip r:embed="rId3">
            <a:alphaModFix/>
          </a:blip>
          <a:srcRect b="77133" l="3976" r="53896" t="2830"/>
          <a:stretch/>
        </p:blipFill>
        <p:spPr>
          <a:xfrm>
            <a:off x="3011116" y="1118276"/>
            <a:ext cx="2060325" cy="13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 title="U4L7+8 (1).png"/>
          <p:cNvPicPr preferRelativeResize="0"/>
          <p:nvPr/>
        </p:nvPicPr>
        <p:blipFill rotWithShape="1">
          <a:blip r:embed="rId3">
            <a:alphaModFix/>
          </a:blip>
          <a:srcRect b="52666" l="4289" r="53986" t="27552"/>
          <a:stretch/>
        </p:blipFill>
        <p:spPr>
          <a:xfrm>
            <a:off x="7497251" y="1094174"/>
            <a:ext cx="2066840" cy="13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 title="U4L7+8 (1).png"/>
          <p:cNvPicPr preferRelativeResize="0"/>
          <p:nvPr/>
        </p:nvPicPr>
        <p:blipFill rotWithShape="1">
          <a:blip r:embed="rId3">
            <a:alphaModFix/>
          </a:blip>
          <a:srcRect b="77465" l="53957" r="4318" t="2753"/>
          <a:stretch/>
        </p:blipFill>
        <p:spPr>
          <a:xfrm>
            <a:off x="5250925" y="1103483"/>
            <a:ext cx="2066840" cy="13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 title="U4L7+8 (1).png"/>
          <p:cNvPicPr preferRelativeResize="0"/>
          <p:nvPr/>
        </p:nvPicPr>
        <p:blipFill rotWithShape="1">
          <a:blip r:embed="rId3">
            <a:alphaModFix/>
          </a:blip>
          <a:srcRect b="52367" l="54086" r="4189" t="27562"/>
          <a:stretch/>
        </p:blipFill>
        <p:spPr>
          <a:xfrm>
            <a:off x="3011105" y="2703537"/>
            <a:ext cx="2088110" cy="142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 title="U4L7+8 (1).png"/>
          <p:cNvPicPr preferRelativeResize="0"/>
          <p:nvPr/>
        </p:nvPicPr>
        <p:blipFill rotWithShape="1">
          <a:blip r:embed="rId3">
            <a:alphaModFix/>
          </a:blip>
          <a:srcRect b="27483" l="4092" r="53755" t="52447"/>
          <a:stretch/>
        </p:blipFill>
        <p:spPr>
          <a:xfrm>
            <a:off x="5278702" y="2694350"/>
            <a:ext cx="2088110" cy="1406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 title="U4L7+8 (1).png"/>
          <p:cNvPicPr preferRelativeResize="0"/>
          <p:nvPr/>
        </p:nvPicPr>
        <p:blipFill rotWithShape="1">
          <a:blip r:embed="rId3">
            <a:alphaModFix/>
          </a:blip>
          <a:srcRect b="27648" l="53108" r="4738" t="52280"/>
          <a:stretch/>
        </p:blipFill>
        <p:spPr>
          <a:xfrm>
            <a:off x="7546298" y="2703540"/>
            <a:ext cx="2088110" cy="1406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9" title="U4L7+8 (1).png"/>
          <p:cNvPicPr preferRelativeResize="0"/>
          <p:nvPr/>
        </p:nvPicPr>
        <p:blipFill rotWithShape="1">
          <a:blip r:embed="rId3">
            <a:alphaModFix/>
          </a:blip>
          <a:srcRect b="2560" l="4109" r="54166" t="77368"/>
          <a:stretch/>
        </p:blipFill>
        <p:spPr>
          <a:xfrm>
            <a:off x="1590763" y="4337273"/>
            <a:ext cx="2088125" cy="1420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9" title="U4L7+8 (1).png"/>
          <p:cNvPicPr preferRelativeResize="0"/>
          <p:nvPr/>
        </p:nvPicPr>
        <p:blipFill rotWithShape="1">
          <a:blip r:embed="rId3">
            <a:alphaModFix/>
          </a:blip>
          <a:srcRect b="2491" l="53262" r="5011" t="77642"/>
          <a:stretch/>
        </p:blipFill>
        <p:spPr>
          <a:xfrm>
            <a:off x="3898210" y="4323450"/>
            <a:ext cx="2088124" cy="1406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9" title="U4L7+8.png"/>
          <p:cNvPicPr preferRelativeResize="0"/>
          <p:nvPr/>
        </p:nvPicPr>
        <p:blipFill rotWithShape="1">
          <a:blip r:embed="rId4">
            <a:alphaModFix/>
          </a:blip>
          <a:srcRect b="77420" l="4180" r="53971" t="2683"/>
          <a:stretch/>
        </p:blipFill>
        <p:spPr>
          <a:xfrm>
            <a:off x="6205657" y="4331390"/>
            <a:ext cx="2088124" cy="140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9" title="U4L7+8.png"/>
          <p:cNvPicPr preferRelativeResize="0"/>
          <p:nvPr/>
        </p:nvPicPr>
        <p:blipFill rotWithShape="1">
          <a:blip r:embed="rId4">
            <a:alphaModFix/>
          </a:blip>
          <a:srcRect b="77422" l="54318" r="3833" t="2681"/>
          <a:stretch/>
        </p:blipFill>
        <p:spPr>
          <a:xfrm>
            <a:off x="8513104" y="4359671"/>
            <a:ext cx="2088124" cy="1404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41" name="Google Shape;34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9275" y="136175"/>
            <a:ext cx="1728450" cy="148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3395" y="2034557"/>
            <a:ext cx="718500" cy="93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7670" y="3718603"/>
            <a:ext cx="4794474" cy="271712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0"/>
          <p:cNvSpPr/>
          <p:nvPr/>
        </p:nvSpPr>
        <p:spPr>
          <a:xfrm>
            <a:off x="8725820" y="3364800"/>
            <a:ext cx="631800" cy="464100"/>
          </a:xfrm>
          <a:prstGeom prst="wedgeRoundRectCallout">
            <a:avLst>
              <a:gd fmla="val -58135" name="adj1"/>
              <a:gd fmla="val 8614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latin typeface="KaiTi"/>
                <a:ea typeface="KaiTi"/>
                <a:cs typeface="KaiTi"/>
                <a:sym typeface="KaiTi"/>
              </a:rPr>
              <a:t>a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3485045" y="1968791"/>
            <a:ext cx="955200" cy="1062300"/>
          </a:xfrm>
          <a:prstGeom prst="rect">
            <a:avLst/>
          </a:prstGeom>
          <a:noFill/>
          <a:ln cap="flat" cmpd="sng" w="12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575" lIns="121575" spcFirstLastPara="1" rIns="121575" wrap="square" tIns="12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2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452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4691004" y="1968791"/>
            <a:ext cx="955200" cy="1062300"/>
          </a:xfrm>
          <a:prstGeom prst="rect">
            <a:avLst/>
          </a:prstGeom>
          <a:noFill/>
          <a:ln cap="flat" cmpd="sng" w="12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575" lIns="121575" spcFirstLastPara="1" rIns="121575" wrap="square" tIns="12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2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452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5896958" y="1968791"/>
            <a:ext cx="955200" cy="1062300"/>
          </a:xfrm>
          <a:prstGeom prst="rect">
            <a:avLst/>
          </a:prstGeom>
          <a:noFill/>
          <a:ln cap="flat" cmpd="sng" w="12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575" lIns="121575" spcFirstLastPara="1" rIns="121575" wrap="square" tIns="12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2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452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7102920" y="1968808"/>
            <a:ext cx="955200" cy="1062300"/>
          </a:xfrm>
          <a:prstGeom prst="rect">
            <a:avLst/>
          </a:prstGeom>
          <a:noFill/>
          <a:ln cap="flat" cmpd="sng" w="12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575" lIns="121575" spcFirstLastPara="1" rIns="121575" wrap="square" tIns="12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2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452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8308879" y="1968808"/>
            <a:ext cx="955200" cy="1062300"/>
          </a:xfrm>
          <a:prstGeom prst="rect">
            <a:avLst/>
          </a:prstGeom>
          <a:noFill/>
          <a:ln cap="flat" cmpd="sng" w="12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575" lIns="121575" spcFirstLastPara="1" rIns="121575" wrap="square" tIns="12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2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452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9514837" y="1968808"/>
            <a:ext cx="955200" cy="1062300"/>
          </a:xfrm>
          <a:prstGeom prst="rect">
            <a:avLst/>
          </a:prstGeom>
          <a:noFill/>
          <a:ln cap="flat" cmpd="sng" w="126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575" lIns="121575" spcFirstLastPara="1" rIns="121575" wrap="square" tIns="12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452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452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4214745" y="3646200"/>
            <a:ext cx="631800" cy="464100"/>
          </a:xfrm>
          <a:prstGeom prst="wedgeRoundRectCallout">
            <a:avLst>
              <a:gd fmla="val 79040" name="adj1"/>
              <a:gd fmla="val 5355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latin typeface="KaiTi"/>
                <a:ea typeface="KaiTi"/>
                <a:cs typeface="KaiTi"/>
                <a:sym typeface="KaiTi"/>
              </a:rPr>
              <a:t>a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7426320" y="3296950"/>
            <a:ext cx="631800" cy="464100"/>
          </a:xfrm>
          <a:prstGeom prst="wedgeRoundRectCallout">
            <a:avLst>
              <a:gd fmla="val -58135" name="adj1"/>
              <a:gd fmla="val 8614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latin typeface="KaiTi"/>
                <a:ea typeface="KaiTi"/>
                <a:cs typeface="KaiTi"/>
                <a:sym typeface="KaiTi"/>
              </a:rPr>
              <a:t>a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6126820" y="3296950"/>
            <a:ext cx="631800" cy="464100"/>
          </a:xfrm>
          <a:prstGeom prst="wedgeRoundRectCallout">
            <a:avLst>
              <a:gd fmla="val 10078" name="adj1"/>
              <a:gd fmla="val 8092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latin typeface="KaiTi"/>
                <a:ea typeface="KaiTi"/>
                <a:cs typeface="KaiTi"/>
                <a:sym typeface="KaiTi"/>
              </a:rPr>
              <a:t>a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120101" y="3547499"/>
            <a:ext cx="28380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703"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zh-CN" sz="6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6703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zh-CN" sz="6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670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973874" y="4604954"/>
            <a:ext cx="12366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875" lIns="40875" spcFirstLastPara="1" rIns="40875" wrap="square" tIns="40875">
            <a:noAutofit/>
          </a:bodyPr>
          <a:lstStyle/>
          <a:p>
            <a:pPr indent="0" lvl="0" marL="0" marR="1135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68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mā</a:t>
            </a:r>
            <a:endParaRPr sz="446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333124" y="4873748"/>
            <a:ext cx="495000" cy="27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4275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875" lIns="40875" spcFirstLastPara="1" rIns="40875" wrap="square" tIns="40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5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7" name="Google Shape;357;p30"/>
          <p:cNvCxnSpPr/>
          <p:nvPr/>
        </p:nvCxnSpPr>
        <p:spPr>
          <a:xfrm>
            <a:off x="2295454" y="3770644"/>
            <a:ext cx="328500" cy="3900"/>
          </a:xfrm>
          <a:prstGeom prst="straightConnector1">
            <a:avLst/>
          </a:prstGeom>
          <a:noFill/>
          <a:ln cap="flat" cmpd="sng" w="762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3" name="Google Shape;3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574" y="1827405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625254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775752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ó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4541615" y="5567068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4" name="Google Shape;374;p31"/>
          <p:cNvCxnSpPr/>
          <p:nvPr/>
        </p:nvCxnSpPr>
        <p:spPr>
          <a:xfrm flipH="1" rot="10800000">
            <a:off x="6850109" y="3700958"/>
            <a:ext cx="297900" cy="290700"/>
          </a:xfrm>
          <a:prstGeom prst="straightConnector1">
            <a:avLst/>
          </a:prstGeom>
          <a:noFill/>
          <a:ln cap="flat" cmpd="sng" w="762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0" name="Google Shape;3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99" y="171883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2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625254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775752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2"/>
          <p:cNvSpPr txBox="1"/>
          <p:nvPr/>
        </p:nvSpPr>
        <p:spPr>
          <a:xfrm>
            <a:off x="4099624" y="4958174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é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90" name="Google Shape;390;p32"/>
          <p:cNvCxnSpPr/>
          <p:nvPr/>
        </p:nvCxnSpPr>
        <p:spPr>
          <a:xfrm flipH="1" rot="10800000">
            <a:off x="5903950" y="4042850"/>
            <a:ext cx="390300" cy="456600"/>
          </a:xfrm>
          <a:prstGeom prst="straightConnector1">
            <a:avLst/>
          </a:prstGeom>
          <a:noFill/>
          <a:ln cap="flat" cmpd="sng" w="589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6" name="Google Shape;3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8" name="Google Shape;39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2499" y="171883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3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33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3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3"/>
          <p:cNvSpPr txBox="1"/>
          <p:nvPr/>
        </p:nvSpPr>
        <p:spPr>
          <a:xfrm>
            <a:off x="625254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3"/>
          <p:cNvSpPr txBox="1"/>
          <p:nvPr/>
        </p:nvSpPr>
        <p:spPr>
          <a:xfrm>
            <a:off x="775752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3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3"/>
          <p:cNvSpPr txBox="1"/>
          <p:nvPr/>
        </p:nvSpPr>
        <p:spPr>
          <a:xfrm>
            <a:off x="4099624" y="4958174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ǘ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6" name="Google Shape;406;p33"/>
          <p:cNvCxnSpPr/>
          <p:nvPr/>
        </p:nvCxnSpPr>
        <p:spPr>
          <a:xfrm flipH="1" rot="10800000">
            <a:off x="5854852" y="4033030"/>
            <a:ext cx="390300" cy="456600"/>
          </a:xfrm>
          <a:prstGeom prst="straightConnector1">
            <a:avLst/>
          </a:prstGeom>
          <a:noFill/>
          <a:ln cap="flat" cmpd="sng" w="589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2" name="Google Shape;4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7774" y="181178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4"/>
          <p:cNvSpPr txBox="1"/>
          <p:nvPr/>
        </p:nvSpPr>
        <p:spPr>
          <a:xfrm>
            <a:off x="3200875" y="1920933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4"/>
          <p:cNvSpPr txBox="1"/>
          <p:nvPr/>
        </p:nvSpPr>
        <p:spPr>
          <a:xfrm>
            <a:off x="4705856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4"/>
          <p:cNvSpPr txBox="1"/>
          <p:nvPr/>
        </p:nvSpPr>
        <p:spPr>
          <a:xfrm>
            <a:off x="6210831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4"/>
          <p:cNvSpPr txBox="1"/>
          <p:nvPr/>
        </p:nvSpPr>
        <p:spPr>
          <a:xfrm>
            <a:off x="7715817" y="192094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4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fǔ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34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21" name="Google Shape;421;p34"/>
          <p:cNvGrpSpPr/>
          <p:nvPr/>
        </p:nvGrpSpPr>
        <p:grpSpPr>
          <a:xfrm>
            <a:off x="6643886" y="3601229"/>
            <a:ext cx="447318" cy="237000"/>
            <a:chOff x="6700581" y="3754652"/>
            <a:chExt cx="447318" cy="237000"/>
          </a:xfrm>
        </p:grpSpPr>
        <p:cxnSp>
          <p:nvCxnSpPr>
            <p:cNvPr id="422" name="Google Shape;422;p34"/>
            <p:cNvCxnSpPr/>
            <p:nvPr/>
          </p:nvCxnSpPr>
          <p:spPr>
            <a:xfrm flipH="1" rot="10800000">
              <a:off x="6905199" y="3754652"/>
              <a:ext cx="242700" cy="237000"/>
            </a:xfrm>
            <a:prstGeom prst="straightConnector1">
              <a:avLst/>
            </a:prstGeom>
            <a:noFill/>
            <a:ln cap="flat" cmpd="sng" w="62100">
              <a:solidFill>
                <a:srgbClr val="F6364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34"/>
            <p:cNvCxnSpPr/>
            <p:nvPr/>
          </p:nvCxnSpPr>
          <p:spPr>
            <a:xfrm rot="10800000">
              <a:off x="6700581" y="3762269"/>
              <a:ext cx="229500" cy="208200"/>
            </a:xfrm>
            <a:prstGeom prst="straightConnector1">
              <a:avLst/>
            </a:prstGeom>
            <a:noFill/>
            <a:ln cap="flat" cmpd="sng" w="62100">
              <a:solidFill>
                <a:srgbClr val="F6364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9" name="Google Shape;4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999" y="171883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5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5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35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35"/>
          <p:cNvSpPr txBox="1"/>
          <p:nvPr/>
        </p:nvSpPr>
        <p:spPr>
          <a:xfrm>
            <a:off x="625254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35"/>
          <p:cNvSpPr txBox="1"/>
          <p:nvPr/>
        </p:nvSpPr>
        <p:spPr>
          <a:xfrm>
            <a:off x="775752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35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35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35"/>
          <p:cNvSpPr txBox="1"/>
          <p:nvPr/>
        </p:nvSpPr>
        <p:spPr>
          <a:xfrm>
            <a:off x="4099624" y="4958174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ě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9" name="Google Shape;439;p35"/>
          <p:cNvCxnSpPr/>
          <p:nvPr/>
        </p:nvCxnSpPr>
        <p:spPr>
          <a:xfrm flipH="1" rot="10800000">
            <a:off x="5903950" y="4042850"/>
            <a:ext cx="390300" cy="456600"/>
          </a:xfrm>
          <a:prstGeom prst="straightConnector1">
            <a:avLst/>
          </a:prstGeom>
          <a:noFill/>
          <a:ln cap="flat" cmpd="sng" w="589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5"/>
          <p:cNvCxnSpPr/>
          <p:nvPr/>
        </p:nvCxnSpPr>
        <p:spPr>
          <a:xfrm rot="10800000">
            <a:off x="5528403" y="4074416"/>
            <a:ext cx="401400" cy="417900"/>
          </a:xfrm>
          <a:prstGeom prst="straightConnector1">
            <a:avLst/>
          </a:prstGeom>
          <a:noFill/>
          <a:ln cap="flat" cmpd="sng" w="589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6" name="Google Shape;4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6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8" name="Google Shape;44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2499" y="171883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6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36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36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36"/>
          <p:cNvSpPr txBox="1"/>
          <p:nvPr/>
        </p:nvSpPr>
        <p:spPr>
          <a:xfrm>
            <a:off x="625254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6"/>
          <p:cNvSpPr txBox="1"/>
          <p:nvPr/>
        </p:nvSpPr>
        <p:spPr>
          <a:xfrm>
            <a:off x="775752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36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36"/>
          <p:cNvSpPr txBox="1"/>
          <p:nvPr/>
        </p:nvSpPr>
        <p:spPr>
          <a:xfrm>
            <a:off x="4099624" y="4958174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ǚ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6" name="Google Shape;456;p36"/>
          <p:cNvCxnSpPr/>
          <p:nvPr/>
        </p:nvCxnSpPr>
        <p:spPr>
          <a:xfrm flipH="1" rot="10800000">
            <a:off x="5903950" y="4042850"/>
            <a:ext cx="390300" cy="456600"/>
          </a:xfrm>
          <a:prstGeom prst="straightConnector1">
            <a:avLst/>
          </a:prstGeom>
          <a:noFill/>
          <a:ln cap="flat" cmpd="sng" w="589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6"/>
          <p:cNvCxnSpPr/>
          <p:nvPr/>
        </p:nvCxnSpPr>
        <p:spPr>
          <a:xfrm rot="10800000">
            <a:off x="5528403" y="4074416"/>
            <a:ext cx="401400" cy="417900"/>
          </a:xfrm>
          <a:prstGeom prst="straightConnector1">
            <a:avLst/>
          </a:prstGeom>
          <a:noFill/>
          <a:ln cap="flat" cmpd="sng" w="58975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7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3" name="Google Shape;4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084" y="1827405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7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7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7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775749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7"/>
          <p:cNvSpPr txBox="1"/>
          <p:nvPr/>
        </p:nvSpPr>
        <p:spPr>
          <a:xfrm>
            <a:off x="6249397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7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pū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7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37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4" name="Google Shape;474;p37"/>
          <p:cNvCxnSpPr/>
          <p:nvPr/>
        </p:nvCxnSpPr>
        <p:spPr>
          <a:xfrm>
            <a:off x="6796794" y="3908894"/>
            <a:ext cx="486900" cy="1800"/>
          </a:xfrm>
          <a:prstGeom prst="straightConnector1">
            <a:avLst/>
          </a:prstGeom>
          <a:noFill/>
          <a:ln cap="flat" cmpd="sng" w="762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8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0" name="Google Shape;48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841" y="1811755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8"/>
          <p:cNvSpPr txBox="1"/>
          <p:nvPr/>
        </p:nvSpPr>
        <p:spPr>
          <a:xfrm>
            <a:off x="3200875" y="1920933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38"/>
          <p:cNvSpPr txBox="1"/>
          <p:nvPr/>
        </p:nvSpPr>
        <p:spPr>
          <a:xfrm>
            <a:off x="4705856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38"/>
          <p:cNvSpPr txBox="1"/>
          <p:nvPr/>
        </p:nvSpPr>
        <p:spPr>
          <a:xfrm>
            <a:off x="6210831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38"/>
          <p:cNvSpPr txBox="1"/>
          <p:nvPr/>
        </p:nvSpPr>
        <p:spPr>
          <a:xfrm>
            <a:off x="7715817" y="192094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38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mǐ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38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38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m 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 </a:t>
            </a: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89" name="Google Shape;489;p38"/>
          <p:cNvGrpSpPr/>
          <p:nvPr/>
        </p:nvGrpSpPr>
        <p:grpSpPr>
          <a:xfrm>
            <a:off x="7017047" y="3581595"/>
            <a:ext cx="447318" cy="237000"/>
            <a:chOff x="6700581" y="3754652"/>
            <a:chExt cx="447318" cy="237000"/>
          </a:xfrm>
        </p:grpSpPr>
        <p:cxnSp>
          <p:nvCxnSpPr>
            <p:cNvPr id="490" name="Google Shape;490;p38"/>
            <p:cNvCxnSpPr/>
            <p:nvPr/>
          </p:nvCxnSpPr>
          <p:spPr>
            <a:xfrm flipH="1" rot="10800000">
              <a:off x="6905199" y="3754652"/>
              <a:ext cx="242700" cy="237000"/>
            </a:xfrm>
            <a:prstGeom prst="straightConnector1">
              <a:avLst/>
            </a:prstGeom>
            <a:noFill/>
            <a:ln cap="flat" cmpd="sng" w="62100">
              <a:solidFill>
                <a:srgbClr val="F6364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38"/>
            <p:cNvCxnSpPr/>
            <p:nvPr/>
          </p:nvCxnSpPr>
          <p:spPr>
            <a:xfrm rot="10800000">
              <a:off x="6700581" y="3762269"/>
              <a:ext cx="229500" cy="208200"/>
            </a:xfrm>
            <a:prstGeom prst="straightConnector1">
              <a:avLst/>
            </a:prstGeom>
            <a:noFill/>
            <a:ln cap="flat" cmpd="sng" w="62100">
              <a:solidFill>
                <a:srgbClr val="F6364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9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7" name="Google Shape;4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606" y="1827368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9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9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9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39"/>
          <p:cNvSpPr txBox="1"/>
          <p:nvPr/>
        </p:nvSpPr>
        <p:spPr>
          <a:xfrm>
            <a:off x="6208097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39"/>
          <p:cNvSpPr txBox="1"/>
          <p:nvPr/>
        </p:nvSpPr>
        <p:spPr>
          <a:xfrm>
            <a:off x="7668650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39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39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pà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39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8" name="Google Shape;508;p39"/>
          <p:cNvCxnSpPr/>
          <p:nvPr/>
        </p:nvCxnSpPr>
        <p:spPr>
          <a:xfrm>
            <a:off x="6876700" y="3707090"/>
            <a:ext cx="313200" cy="290700"/>
          </a:xfrm>
          <a:prstGeom prst="straightConnector1">
            <a:avLst/>
          </a:prstGeom>
          <a:noFill/>
          <a:ln cap="flat" cmpd="sng" w="762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0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4" name="Google Shape;5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2574" y="182738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0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40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40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40"/>
          <p:cNvSpPr txBox="1"/>
          <p:nvPr/>
        </p:nvSpPr>
        <p:spPr>
          <a:xfrm>
            <a:off x="625254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40"/>
          <p:cNvSpPr txBox="1"/>
          <p:nvPr/>
        </p:nvSpPr>
        <p:spPr>
          <a:xfrm>
            <a:off x="775752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40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40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bō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40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0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25" name="Google Shape;525;p40"/>
          <p:cNvCxnSpPr/>
          <p:nvPr/>
        </p:nvCxnSpPr>
        <p:spPr>
          <a:xfrm flipH="1">
            <a:off x="6861145" y="3945375"/>
            <a:ext cx="383400" cy="3000"/>
          </a:xfrm>
          <a:prstGeom prst="straightConnector1">
            <a:avLst/>
          </a:prstGeom>
          <a:noFill/>
          <a:ln cap="flat" cmpd="sng" w="621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1" name="Google Shape;5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874" y="1811755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1"/>
          <p:cNvSpPr txBox="1"/>
          <p:nvPr/>
        </p:nvSpPr>
        <p:spPr>
          <a:xfrm>
            <a:off x="3200875" y="1920933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41"/>
          <p:cNvSpPr txBox="1"/>
          <p:nvPr/>
        </p:nvSpPr>
        <p:spPr>
          <a:xfrm>
            <a:off x="4705856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41"/>
          <p:cNvSpPr txBox="1"/>
          <p:nvPr/>
        </p:nvSpPr>
        <p:spPr>
          <a:xfrm>
            <a:off x="6210831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41"/>
          <p:cNvSpPr txBox="1"/>
          <p:nvPr/>
        </p:nvSpPr>
        <p:spPr>
          <a:xfrm>
            <a:off x="7715817" y="192094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41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bà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41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0" name="Google Shape;540;p41"/>
          <p:cNvCxnSpPr/>
          <p:nvPr/>
        </p:nvCxnSpPr>
        <p:spPr>
          <a:xfrm rot="10800000">
            <a:off x="6831248" y="3727217"/>
            <a:ext cx="317100" cy="217500"/>
          </a:xfrm>
          <a:prstGeom prst="straightConnector1">
            <a:avLst/>
          </a:prstGeom>
          <a:noFill/>
          <a:ln cap="flat" cmpd="sng" w="621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46" name="Google Shape;5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606" y="1827368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2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42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42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42"/>
          <p:cNvSpPr txBox="1"/>
          <p:nvPr/>
        </p:nvSpPr>
        <p:spPr>
          <a:xfrm>
            <a:off x="6208097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42"/>
          <p:cNvSpPr txBox="1"/>
          <p:nvPr/>
        </p:nvSpPr>
        <p:spPr>
          <a:xfrm>
            <a:off x="7668650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42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42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pá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42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42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57" name="Google Shape;557;p42"/>
          <p:cNvCxnSpPr/>
          <p:nvPr/>
        </p:nvCxnSpPr>
        <p:spPr>
          <a:xfrm flipH="1">
            <a:off x="6930145" y="3719665"/>
            <a:ext cx="323400" cy="260400"/>
          </a:xfrm>
          <a:prstGeom prst="straightConnector1">
            <a:avLst/>
          </a:prstGeom>
          <a:noFill/>
          <a:ln cap="flat" cmpd="sng" w="762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3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3" name="Google Shape;56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084" y="1827405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3"/>
          <p:cNvSpPr txBox="1"/>
          <p:nvPr/>
        </p:nvSpPr>
        <p:spPr>
          <a:xfrm>
            <a:off x="1737600" y="1936558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43"/>
          <p:cNvSpPr txBox="1"/>
          <p:nvPr/>
        </p:nvSpPr>
        <p:spPr>
          <a:xfrm>
            <a:off x="3242581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43"/>
          <p:cNvSpPr txBox="1"/>
          <p:nvPr/>
        </p:nvSpPr>
        <p:spPr>
          <a:xfrm>
            <a:off x="4747556" y="193655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43"/>
          <p:cNvSpPr txBox="1"/>
          <p:nvPr/>
        </p:nvSpPr>
        <p:spPr>
          <a:xfrm>
            <a:off x="7757492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43"/>
          <p:cNvSpPr txBox="1"/>
          <p:nvPr/>
        </p:nvSpPr>
        <p:spPr>
          <a:xfrm>
            <a:off x="6249397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43"/>
          <p:cNvSpPr txBox="1"/>
          <p:nvPr/>
        </p:nvSpPr>
        <p:spPr>
          <a:xfrm>
            <a:off x="9262503" y="1936572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ü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43"/>
          <p:cNvSpPr txBox="1"/>
          <p:nvPr/>
        </p:nvSpPr>
        <p:spPr>
          <a:xfrm>
            <a:off x="5367476" y="5067000"/>
            <a:ext cx="18963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mǔ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43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43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</a:t>
            </a:r>
            <a:r>
              <a:rPr lang="zh-CN" sz="8639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74" name="Google Shape;574;p43"/>
          <p:cNvGrpSpPr/>
          <p:nvPr/>
        </p:nvGrpSpPr>
        <p:grpSpPr>
          <a:xfrm>
            <a:off x="7018640" y="3772991"/>
            <a:ext cx="447318" cy="237000"/>
            <a:chOff x="6700581" y="3754652"/>
            <a:chExt cx="447318" cy="237000"/>
          </a:xfrm>
        </p:grpSpPr>
        <p:cxnSp>
          <p:nvCxnSpPr>
            <p:cNvPr id="575" name="Google Shape;575;p43"/>
            <p:cNvCxnSpPr/>
            <p:nvPr/>
          </p:nvCxnSpPr>
          <p:spPr>
            <a:xfrm flipH="1" rot="10800000">
              <a:off x="6905199" y="3754652"/>
              <a:ext cx="242700" cy="237000"/>
            </a:xfrm>
            <a:prstGeom prst="straightConnector1">
              <a:avLst/>
            </a:prstGeom>
            <a:noFill/>
            <a:ln cap="flat" cmpd="sng" w="62100">
              <a:solidFill>
                <a:srgbClr val="F6364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43"/>
            <p:cNvCxnSpPr/>
            <p:nvPr/>
          </p:nvCxnSpPr>
          <p:spPr>
            <a:xfrm rot="10800000">
              <a:off x="6700581" y="3762269"/>
              <a:ext cx="229500" cy="208200"/>
            </a:xfrm>
            <a:prstGeom prst="straightConnector1">
              <a:avLst/>
            </a:prstGeom>
            <a:noFill/>
            <a:ln cap="flat" cmpd="sng" w="62100">
              <a:solidFill>
                <a:srgbClr val="F6364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4"/>
          <p:cNvSpPr txBox="1"/>
          <p:nvPr>
            <p:ph idx="4294967295" type="title"/>
          </p:nvPr>
        </p:nvSpPr>
        <p:spPr>
          <a:xfrm>
            <a:off x="838200" y="393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什么不见了？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Shénme bú jiàn le?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2" name="Google Shape;5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2801" y="136175"/>
            <a:ext cx="1544924" cy="13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5849" y="1811780"/>
            <a:ext cx="1191900" cy="154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4"/>
          <p:cNvSpPr txBox="1"/>
          <p:nvPr/>
        </p:nvSpPr>
        <p:spPr>
          <a:xfrm>
            <a:off x="3200875" y="1920933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44"/>
          <p:cNvSpPr txBox="1"/>
          <p:nvPr/>
        </p:nvSpPr>
        <p:spPr>
          <a:xfrm>
            <a:off x="4705856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44"/>
          <p:cNvSpPr txBox="1"/>
          <p:nvPr/>
        </p:nvSpPr>
        <p:spPr>
          <a:xfrm>
            <a:off x="6210831" y="192092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44"/>
          <p:cNvSpPr txBox="1"/>
          <p:nvPr/>
        </p:nvSpPr>
        <p:spPr>
          <a:xfrm>
            <a:off x="7715817" y="1920947"/>
            <a:ext cx="1191900" cy="1325700"/>
          </a:xfrm>
          <a:prstGeom prst="rect">
            <a:avLst/>
          </a:prstGeom>
          <a:noFill/>
          <a:ln cap="flat" cmpd="sng" w="15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51725" lIns="151725" spcFirstLastPara="1" rIns="151725" wrap="square" tIns="151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64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endParaRPr b="1" sz="564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44"/>
          <p:cNvSpPr txBox="1"/>
          <p:nvPr/>
        </p:nvSpPr>
        <p:spPr>
          <a:xfrm>
            <a:off x="5367471" y="5066993"/>
            <a:ext cx="1593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75" lIns="52675" spcFirstLastPara="1" rIns="52675" wrap="square" tIns="52675">
            <a:noAutofit/>
          </a:bodyPr>
          <a:lstStyle/>
          <a:p>
            <a:pPr indent="0" lvl="0" marL="0" marR="1463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pī</a:t>
            </a:r>
            <a:endParaRPr sz="8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44"/>
          <p:cNvSpPr/>
          <p:nvPr/>
        </p:nvSpPr>
        <p:spPr>
          <a:xfrm>
            <a:off x="4541615" y="5551705"/>
            <a:ext cx="638100" cy="35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364C"/>
          </a:solidFill>
          <a:ln cap="flat" cmpd="sng" w="5500">
            <a:solidFill>
              <a:srgbClr val="EE36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44"/>
          <p:cNvSpPr txBox="1"/>
          <p:nvPr/>
        </p:nvSpPr>
        <p:spPr>
          <a:xfrm>
            <a:off x="4236324" y="3704049"/>
            <a:ext cx="3657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675" lIns="52675" spcFirstLastPara="1" rIns="52675" wrap="square" tIns="52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639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zh-CN" sz="863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+ i</a:t>
            </a:r>
            <a:endParaRPr b="1" sz="863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1" name="Google Shape;591;p44"/>
          <p:cNvCxnSpPr/>
          <p:nvPr/>
        </p:nvCxnSpPr>
        <p:spPr>
          <a:xfrm flipH="1">
            <a:off x="6833925" y="3772325"/>
            <a:ext cx="435000" cy="300"/>
          </a:xfrm>
          <a:prstGeom prst="straightConnector1">
            <a:avLst/>
          </a:prstGeom>
          <a:noFill/>
          <a:ln cap="flat" cmpd="sng" w="62100">
            <a:solidFill>
              <a:srgbClr val="F6364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45" title="2.png"/>
          <p:cNvPicPr preferRelativeResize="0"/>
          <p:nvPr/>
        </p:nvPicPr>
        <p:blipFill rotWithShape="1">
          <a:blip r:embed="rId3">
            <a:alphaModFix/>
          </a:blip>
          <a:srcRect b="60954" l="9346" r="59977" t="8859"/>
          <a:stretch/>
        </p:blipFill>
        <p:spPr>
          <a:xfrm>
            <a:off x="7259895" y="2344624"/>
            <a:ext cx="1844220" cy="25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5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复习</a:t>
            </a:r>
            <a:r>
              <a:rPr lang="zh-CN">
                <a:solidFill>
                  <a:srgbClr val="002060"/>
                </a:solidFill>
              </a:rPr>
              <a:t>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Fùxí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8" name="Google Shape;598;p45" title="1.png"/>
          <p:cNvPicPr preferRelativeResize="0"/>
          <p:nvPr/>
        </p:nvPicPr>
        <p:blipFill rotWithShape="1">
          <a:blip r:embed="rId4">
            <a:alphaModFix/>
          </a:blip>
          <a:srcRect b="11759" l="58896" r="10060" t="59174"/>
          <a:stretch/>
        </p:blipFill>
        <p:spPr>
          <a:xfrm>
            <a:off x="5131491" y="2406964"/>
            <a:ext cx="1844241" cy="24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5" title="1.png"/>
          <p:cNvPicPr preferRelativeResize="0"/>
          <p:nvPr/>
        </p:nvPicPr>
        <p:blipFill rotWithShape="1">
          <a:blip r:embed="rId4">
            <a:alphaModFix/>
          </a:blip>
          <a:srcRect b="11166" l="9083" r="59873" t="59767"/>
          <a:stretch/>
        </p:blipFill>
        <p:spPr>
          <a:xfrm>
            <a:off x="3003083" y="2406964"/>
            <a:ext cx="1844241" cy="24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5" title="1.png"/>
          <p:cNvPicPr preferRelativeResize="0"/>
          <p:nvPr/>
        </p:nvPicPr>
        <p:blipFill rotWithShape="1">
          <a:blip r:embed="rId4">
            <a:alphaModFix/>
          </a:blip>
          <a:srcRect b="61980" l="59187" r="9769" t="8954"/>
          <a:stretch/>
        </p:blipFill>
        <p:spPr>
          <a:xfrm>
            <a:off x="1044261" y="2406976"/>
            <a:ext cx="1844241" cy="24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5" title="2.png"/>
          <p:cNvPicPr preferRelativeResize="0"/>
          <p:nvPr/>
        </p:nvPicPr>
        <p:blipFill rotWithShape="1">
          <a:blip r:embed="rId3">
            <a:alphaModFix/>
          </a:blip>
          <a:srcRect b="11718" l="9948" r="59376" t="58095"/>
          <a:stretch/>
        </p:blipFill>
        <p:spPr>
          <a:xfrm>
            <a:off x="9303511" y="2344644"/>
            <a:ext cx="1844220" cy="25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6" title="1.png"/>
          <p:cNvPicPr preferRelativeResize="0"/>
          <p:nvPr/>
        </p:nvPicPr>
        <p:blipFill rotWithShape="1">
          <a:blip r:embed="rId3">
            <a:alphaModFix/>
          </a:blip>
          <a:srcRect b="61980" l="8713" r="60242" t="8954"/>
          <a:stretch/>
        </p:blipFill>
        <p:spPr>
          <a:xfrm>
            <a:off x="1031275" y="2301755"/>
            <a:ext cx="1742645" cy="23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6" title="3.png"/>
          <p:cNvPicPr preferRelativeResize="0"/>
          <p:nvPr/>
        </p:nvPicPr>
        <p:blipFill rotWithShape="1">
          <a:blip r:embed="rId4">
            <a:alphaModFix/>
          </a:blip>
          <a:srcRect b="10386" l="10979" r="60166" t="59065"/>
          <a:stretch/>
        </p:blipFill>
        <p:spPr>
          <a:xfrm>
            <a:off x="5227945" y="2339232"/>
            <a:ext cx="1653199" cy="247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46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复习笔画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Fùxí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9" name="Google Shape;609;p46" title="2.png"/>
          <p:cNvPicPr preferRelativeResize="0"/>
          <p:nvPr/>
        </p:nvPicPr>
        <p:blipFill rotWithShape="1">
          <a:blip r:embed="rId5">
            <a:alphaModFix/>
          </a:blip>
          <a:srcRect b="19789" l="58219" r="8692" t="57933"/>
          <a:stretch/>
        </p:blipFill>
        <p:spPr>
          <a:xfrm>
            <a:off x="7151583" y="2301766"/>
            <a:ext cx="1837140" cy="174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6" title="2.png"/>
          <p:cNvPicPr preferRelativeResize="0"/>
          <p:nvPr/>
        </p:nvPicPr>
        <p:blipFill rotWithShape="1">
          <a:blip r:embed="rId5">
            <a:alphaModFix/>
          </a:blip>
          <a:srcRect b="61497" l="57573" r="7374" t="8830"/>
          <a:stretch/>
        </p:blipFill>
        <p:spPr>
          <a:xfrm>
            <a:off x="2939894" y="2320906"/>
            <a:ext cx="1982778" cy="237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6" title="3.png"/>
          <p:cNvPicPr preferRelativeResize="0"/>
          <p:nvPr/>
        </p:nvPicPr>
        <p:blipFill rotWithShape="1">
          <a:blip r:embed="rId4">
            <a:alphaModFix/>
          </a:blip>
          <a:srcRect b="12678" l="56385" r="6019" t="58257"/>
          <a:stretch/>
        </p:blipFill>
        <p:spPr>
          <a:xfrm>
            <a:off x="9050224" y="2299459"/>
            <a:ext cx="2110501" cy="230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6"/>
          <p:cNvSpPr txBox="1"/>
          <p:nvPr/>
        </p:nvSpPr>
        <p:spPr>
          <a:xfrm>
            <a:off x="7236401" y="4065166"/>
            <a:ext cx="1837200" cy="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shù wān</a:t>
            </a:r>
            <a:endParaRPr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47" title="2.png"/>
          <p:cNvPicPr preferRelativeResize="0"/>
          <p:nvPr/>
        </p:nvPicPr>
        <p:blipFill rotWithShape="1">
          <a:blip r:embed="rId3">
            <a:alphaModFix/>
          </a:blip>
          <a:srcRect b="60954" l="9346" r="59977" t="8859"/>
          <a:stretch/>
        </p:blipFill>
        <p:spPr>
          <a:xfrm>
            <a:off x="7010658" y="1595675"/>
            <a:ext cx="1603971" cy="223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7" title="1.png"/>
          <p:cNvPicPr preferRelativeResize="0"/>
          <p:nvPr/>
        </p:nvPicPr>
        <p:blipFill rotWithShape="1">
          <a:blip r:embed="rId4">
            <a:alphaModFix/>
          </a:blip>
          <a:srcRect b="11759" l="58896" r="10060" t="59174"/>
          <a:stretch/>
        </p:blipFill>
        <p:spPr>
          <a:xfrm>
            <a:off x="5159530" y="1649894"/>
            <a:ext cx="1603985" cy="212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7" title="1.png"/>
          <p:cNvPicPr preferRelativeResize="0"/>
          <p:nvPr/>
        </p:nvPicPr>
        <p:blipFill rotWithShape="1">
          <a:blip r:embed="rId4">
            <a:alphaModFix/>
          </a:blip>
          <a:srcRect b="11166" l="9083" r="59873" t="59767"/>
          <a:stretch/>
        </p:blipFill>
        <p:spPr>
          <a:xfrm>
            <a:off x="3308397" y="1649894"/>
            <a:ext cx="1603985" cy="212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7" title="1.png"/>
          <p:cNvPicPr preferRelativeResize="0"/>
          <p:nvPr/>
        </p:nvPicPr>
        <p:blipFill rotWithShape="1">
          <a:blip r:embed="rId4">
            <a:alphaModFix/>
          </a:blip>
          <a:srcRect b="61980" l="59187" r="9769" t="8954"/>
          <a:stretch/>
        </p:blipFill>
        <p:spPr>
          <a:xfrm>
            <a:off x="1604759" y="1649904"/>
            <a:ext cx="1603985" cy="212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47" title="2.png"/>
          <p:cNvPicPr preferRelativeResize="0"/>
          <p:nvPr/>
        </p:nvPicPr>
        <p:blipFill rotWithShape="1">
          <a:blip r:embed="rId3">
            <a:alphaModFix/>
          </a:blip>
          <a:srcRect b="11718" l="9948" r="59376" t="58095"/>
          <a:stretch/>
        </p:blipFill>
        <p:spPr>
          <a:xfrm>
            <a:off x="8788043" y="1595692"/>
            <a:ext cx="1603971" cy="223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06350" y="1906354"/>
            <a:ext cx="3140102" cy="457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06675" y="2394857"/>
            <a:ext cx="2776750" cy="40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7"/>
          <p:cNvSpPr txBox="1"/>
          <p:nvPr>
            <p:ph idx="4294967295" type="title"/>
          </p:nvPr>
        </p:nvSpPr>
        <p:spPr>
          <a:xfrm>
            <a:off x="62193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拍一拍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Pāi yī pāi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0" name="Google Shape;630;p48"/>
          <p:cNvPicPr preferRelativeResize="0"/>
          <p:nvPr/>
        </p:nvPicPr>
        <p:blipFill rotWithShape="1">
          <a:blip r:embed="rId3">
            <a:alphaModFix/>
          </a:blip>
          <a:srcRect b="0" l="0" r="24896" t="0"/>
          <a:stretch/>
        </p:blipFill>
        <p:spPr>
          <a:xfrm>
            <a:off x="2310813" y="2466425"/>
            <a:ext cx="7570376" cy="257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1875" y="2466425"/>
            <a:ext cx="1984464" cy="2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7" name="Google Shape;637;p49"/>
          <p:cNvPicPr preferRelativeResize="0"/>
          <p:nvPr/>
        </p:nvPicPr>
        <p:blipFill rotWithShape="1">
          <a:blip r:embed="rId3">
            <a:alphaModFix/>
          </a:blip>
          <a:srcRect b="0" l="0" r="33195" t="0"/>
          <a:stretch/>
        </p:blipFill>
        <p:spPr>
          <a:xfrm>
            <a:off x="3746446" y="2446815"/>
            <a:ext cx="4699100" cy="23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2674" y="2464450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4" name="Google Shape;6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813" y="2505269"/>
            <a:ext cx="5479013" cy="184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1845" y="2494712"/>
            <a:ext cx="5447342" cy="1868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4313" y="2494712"/>
            <a:ext cx="1442399" cy="186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2" name="Google Shape;6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563" y="2479900"/>
            <a:ext cx="9392875" cy="189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5707" y="2479900"/>
            <a:ext cx="1465268" cy="189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9" name="Google Shape;6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25" y="2365974"/>
            <a:ext cx="8504351" cy="21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7524" y="2262937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6" name="Google Shape;66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613" y="2323938"/>
            <a:ext cx="8688774" cy="22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3924" y="2201937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3" name="Google Shape;673;p54"/>
          <p:cNvPicPr preferRelativeResize="0"/>
          <p:nvPr/>
        </p:nvPicPr>
        <p:blipFill rotWithShape="1">
          <a:blip r:embed="rId3">
            <a:alphaModFix/>
          </a:blip>
          <a:srcRect b="0" l="0" r="32966" t="0"/>
          <a:stretch/>
        </p:blipFill>
        <p:spPr>
          <a:xfrm>
            <a:off x="3556675" y="2280425"/>
            <a:ext cx="5078650" cy="25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0599" y="2413537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0" name="Google Shape;68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3025" y="2028425"/>
            <a:ext cx="5492050" cy="27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5350" y="2201637"/>
            <a:ext cx="1894850" cy="245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7" name="Google Shape;687;p56"/>
          <p:cNvPicPr preferRelativeResize="0"/>
          <p:nvPr/>
        </p:nvPicPr>
        <p:blipFill rotWithShape="1">
          <a:blip r:embed="rId3">
            <a:alphaModFix/>
          </a:blip>
          <a:srcRect b="0" l="0" r="50094" t="0"/>
          <a:stretch/>
        </p:blipFill>
        <p:spPr>
          <a:xfrm>
            <a:off x="3140894" y="1849575"/>
            <a:ext cx="5910217" cy="1971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6"/>
          <p:cNvPicPr preferRelativeResize="0"/>
          <p:nvPr/>
        </p:nvPicPr>
        <p:blipFill rotWithShape="1">
          <a:blip r:embed="rId4">
            <a:alphaModFix/>
          </a:blip>
          <a:srcRect b="0" l="0" r="0" t="1710"/>
          <a:stretch/>
        </p:blipFill>
        <p:spPr>
          <a:xfrm>
            <a:off x="8053693" y="4078522"/>
            <a:ext cx="1994832" cy="1971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6"/>
          <p:cNvPicPr preferRelativeResize="0"/>
          <p:nvPr/>
        </p:nvPicPr>
        <p:blipFill rotWithShape="1">
          <a:blip r:embed="rId3">
            <a:alphaModFix/>
          </a:blip>
          <a:srcRect b="0" l="50094" r="0" t="0"/>
          <a:stretch/>
        </p:blipFill>
        <p:spPr>
          <a:xfrm>
            <a:off x="2143475" y="4046676"/>
            <a:ext cx="5910217" cy="1971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9299" y="3898412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96" name="Google Shape;69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862" y="2349863"/>
            <a:ext cx="10918274" cy="215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5874" y="2262950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550" y="2487313"/>
            <a:ext cx="9440876" cy="188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找出缺少的笔画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Zhǎo chū quēshǎo de bǐhuà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04" name="Google Shape;70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5774" y="2262950"/>
            <a:ext cx="1800225" cy="23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如对就大声读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Rú duì jiù dàshēng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0" name="Google Shape;710;p59" title="水果闪卡 (3).png"/>
          <p:cNvPicPr preferRelativeResize="0"/>
          <p:nvPr/>
        </p:nvPicPr>
        <p:blipFill rotWithShape="1">
          <a:blip r:embed="rId3">
            <a:alphaModFix/>
          </a:blip>
          <a:srcRect b="49550" l="0" r="50561" t="28062"/>
          <a:stretch/>
        </p:blipFill>
        <p:spPr>
          <a:xfrm>
            <a:off x="452925" y="2183149"/>
            <a:ext cx="4611499" cy="2953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9"/>
          <p:cNvSpPr txBox="1"/>
          <p:nvPr/>
        </p:nvSpPr>
        <p:spPr>
          <a:xfrm>
            <a:off x="6877899" y="2357045"/>
            <a:ext cx="499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latin typeface="KaiTi"/>
                <a:ea typeface="KaiTi"/>
                <a:cs typeface="KaiTi"/>
                <a:sym typeface="KaiTi"/>
              </a:rPr>
              <a:t>四</a:t>
            </a: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个</a:t>
            </a:r>
            <a:r>
              <a:rPr lang="zh-CN" sz="8351">
                <a:latin typeface="KaiTi"/>
                <a:ea typeface="KaiTi"/>
                <a:cs typeface="KaiTi"/>
                <a:sym typeface="KaiTi"/>
              </a:rPr>
              <a:t>苹果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12" name="Google Shape;712;p59"/>
          <p:cNvSpPr txBox="1"/>
          <p:nvPr/>
        </p:nvSpPr>
        <p:spPr>
          <a:xfrm>
            <a:off x="7571514" y="3591050"/>
            <a:ext cx="38289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sì  </a:t>
            </a: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gè</a:t>
            </a:r>
            <a:r>
              <a:rPr lang="zh-CN" sz="4523">
                <a:highlight>
                  <a:srgbClr val="FFFFFF"/>
                </a:highlight>
              </a:rPr>
              <a:t> píngguǒ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:Green tick.svg - Wikipedia" id="713" name="Google Shape;71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7208" y="1274654"/>
            <a:ext cx="1082400" cy="10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60" title="水果闪卡 (3).png"/>
          <p:cNvPicPr preferRelativeResize="0"/>
          <p:nvPr/>
        </p:nvPicPr>
        <p:blipFill rotWithShape="1">
          <a:blip r:embed="rId3">
            <a:alphaModFix/>
          </a:blip>
          <a:srcRect b="74814" l="50666" r="0" t="0"/>
          <a:stretch/>
        </p:blipFill>
        <p:spPr>
          <a:xfrm>
            <a:off x="693575" y="1911513"/>
            <a:ext cx="4736801" cy="34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60"/>
          <p:cNvSpPr txBox="1"/>
          <p:nvPr/>
        </p:nvSpPr>
        <p:spPr>
          <a:xfrm>
            <a:off x="7035954" y="2419113"/>
            <a:ext cx="47367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latin typeface="KaiTi"/>
                <a:ea typeface="KaiTi"/>
                <a:cs typeface="KaiTi"/>
                <a:sym typeface="KaiTi"/>
              </a:rPr>
              <a:t>六</a:t>
            </a: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个</a:t>
            </a:r>
            <a:r>
              <a:rPr lang="zh-CN" sz="8351">
                <a:latin typeface="KaiTi"/>
                <a:ea typeface="KaiTi"/>
                <a:cs typeface="KaiTi"/>
                <a:sym typeface="KaiTi"/>
              </a:rPr>
              <a:t>西瓜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20" name="Google Shape;720;p60"/>
          <p:cNvSpPr txBox="1"/>
          <p:nvPr/>
        </p:nvSpPr>
        <p:spPr>
          <a:xfrm>
            <a:off x="7398649" y="3610575"/>
            <a:ext cx="41994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 </a:t>
            </a:r>
            <a:r>
              <a:rPr lang="zh-CN" sz="4523">
                <a:solidFill>
                  <a:schemeClr val="dk1"/>
                </a:solidFill>
                <a:highlight>
                  <a:srgbClr val="FFFFFF"/>
                </a:highlight>
              </a:rPr>
              <a:t>liù</a:t>
            </a:r>
            <a:r>
              <a:rPr lang="zh-CN" sz="4523">
                <a:highlight>
                  <a:srgbClr val="FFFFFF"/>
                </a:highlight>
              </a:rPr>
              <a:t>  </a:t>
            </a: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gè</a:t>
            </a:r>
            <a:r>
              <a:rPr lang="zh-CN" sz="4523">
                <a:highlight>
                  <a:srgbClr val="FFFFFF"/>
                </a:highlight>
              </a:rPr>
              <a:t>   xīguā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1" name="Google Shape;721;p60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如对就大声读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Rú duì jiù dàshēng dú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2" name="Google Shape;72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1575" y="1371903"/>
            <a:ext cx="1125600" cy="1149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61" title="水果闪卡 (3).png"/>
          <p:cNvPicPr preferRelativeResize="0"/>
          <p:nvPr/>
        </p:nvPicPr>
        <p:blipFill rotWithShape="1">
          <a:blip r:embed="rId3">
            <a:alphaModFix/>
          </a:blip>
          <a:srcRect b="51415" l="51442" r="0" t="26384"/>
          <a:stretch/>
        </p:blipFill>
        <p:spPr>
          <a:xfrm>
            <a:off x="953775" y="2271375"/>
            <a:ext cx="4531548" cy="29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1"/>
          <p:cNvSpPr txBox="1"/>
          <p:nvPr/>
        </p:nvSpPr>
        <p:spPr>
          <a:xfrm>
            <a:off x="6539731" y="2541750"/>
            <a:ext cx="53529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个</a:t>
            </a:r>
            <a:r>
              <a:rPr lang="zh-CN" sz="8351">
                <a:solidFill>
                  <a:srgbClr val="000000"/>
                </a:solidFill>
                <a:latin typeface="KaiTi"/>
                <a:ea typeface="KaiTi"/>
                <a:cs typeface="KaiTi"/>
                <a:sym typeface="KaiTi"/>
              </a:rPr>
              <a:t>香蕉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29" name="Google Shape;729;p61"/>
          <p:cNvSpPr txBox="1"/>
          <p:nvPr/>
        </p:nvSpPr>
        <p:spPr>
          <a:xfrm>
            <a:off x="7109373" y="3662678"/>
            <a:ext cx="45315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gè</a:t>
            </a:r>
            <a:r>
              <a:rPr lang="zh-CN" sz="4523">
                <a:highlight>
                  <a:srgbClr val="FFFFFF"/>
                </a:highlight>
              </a:rPr>
              <a:t> </a:t>
            </a:r>
            <a:r>
              <a:rPr lang="zh-CN" sz="4523">
                <a:solidFill>
                  <a:srgbClr val="000000"/>
                </a:solidFill>
                <a:highlight>
                  <a:srgbClr val="FFFFFF"/>
                </a:highlight>
              </a:rPr>
              <a:t>xiāngjiāo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61"/>
          <p:cNvSpPr txBox="1"/>
          <p:nvPr/>
        </p:nvSpPr>
        <p:spPr>
          <a:xfrm>
            <a:off x="6539723" y="3701206"/>
            <a:ext cx="11622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liù 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61"/>
          <p:cNvSpPr txBox="1"/>
          <p:nvPr/>
        </p:nvSpPr>
        <p:spPr>
          <a:xfrm>
            <a:off x="6140041" y="2541750"/>
            <a:ext cx="187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六</a:t>
            </a:r>
            <a:endParaRPr b="1" sz="8351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cxnSp>
        <p:nvCxnSpPr>
          <p:cNvPr id="732" name="Google Shape;732;p61"/>
          <p:cNvCxnSpPr/>
          <p:nvPr/>
        </p:nvCxnSpPr>
        <p:spPr>
          <a:xfrm flipH="1" rot="10800000">
            <a:off x="6558025" y="3701199"/>
            <a:ext cx="1125600" cy="17400"/>
          </a:xfrm>
          <a:prstGeom prst="straightConnector1">
            <a:avLst/>
          </a:prstGeom>
          <a:noFill/>
          <a:ln cap="flat" cmpd="sng" w="1905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6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:Green tick.svg - Wikipedia" id="734" name="Google Shape;73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2808" y="1188979"/>
            <a:ext cx="1082400" cy="10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2"/>
          <p:cNvSpPr txBox="1"/>
          <p:nvPr/>
        </p:nvSpPr>
        <p:spPr>
          <a:xfrm>
            <a:off x="7007232" y="2411450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latin typeface="KaiTi"/>
                <a:ea typeface="KaiTi"/>
                <a:cs typeface="KaiTi"/>
                <a:sym typeface="KaiTi"/>
              </a:rPr>
              <a:t>个梨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40" name="Google Shape;740;p62"/>
          <p:cNvSpPr txBox="1"/>
          <p:nvPr/>
        </p:nvSpPr>
        <p:spPr>
          <a:xfrm>
            <a:off x="7035972" y="3618226"/>
            <a:ext cx="45189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gè lí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1" name="Google Shape;741;p62" title="水果闪卡 (4).png"/>
          <p:cNvPicPr preferRelativeResize="0"/>
          <p:nvPr/>
        </p:nvPicPr>
        <p:blipFill rotWithShape="1">
          <a:blip r:embed="rId3">
            <a:alphaModFix/>
          </a:blip>
          <a:srcRect b="75179" l="7968" r="52522" t="6113"/>
          <a:stretch/>
        </p:blipFill>
        <p:spPr>
          <a:xfrm>
            <a:off x="655676" y="2152488"/>
            <a:ext cx="4233325" cy="2835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2"/>
          <p:cNvSpPr txBox="1"/>
          <p:nvPr/>
        </p:nvSpPr>
        <p:spPr>
          <a:xfrm>
            <a:off x="6863536" y="3624144"/>
            <a:ext cx="1435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èr</a:t>
            </a:r>
            <a:endParaRPr sz="4523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2"/>
          <p:cNvSpPr txBox="1"/>
          <p:nvPr/>
        </p:nvSpPr>
        <p:spPr>
          <a:xfrm>
            <a:off x="6583114" y="2406902"/>
            <a:ext cx="187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二</a:t>
            </a:r>
            <a:endParaRPr b="1" sz="8351">
              <a:solidFill>
                <a:srgbClr val="D14043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cxnSp>
        <p:nvCxnSpPr>
          <p:cNvPr id="744" name="Google Shape;744;p62"/>
          <p:cNvCxnSpPr/>
          <p:nvPr/>
        </p:nvCxnSpPr>
        <p:spPr>
          <a:xfrm flipH="1" rot="10800000">
            <a:off x="7001098" y="3624143"/>
            <a:ext cx="1125600" cy="17400"/>
          </a:xfrm>
          <a:prstGeom prst="straightConnector1">
            <a:avLst/>
          </a:prstGeom>
          <a:noFill/>
          <a:ln cap="flat" cmpd="sng" w="1905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45" name="Google Shape;74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475" y="1261978"/>
            <a:ext cx="1125600" cy="1149472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3" title="水果闪卡 (4).png"/>
          <p:cNvPicPr preferRelativeResize="0"/>
          <p:nvPr/>
        </p:nvPicPr>
        <p:blipFill rotWithShape="1">
          <a:blip r:embed="rId3">
            <a:alphaModFix/>
          </a:blip>
          <a:srcRect b="25444" l="4424" r="52787" t="51387"/>
          <a:stretch/>
        </p:blipFill>
        <p:spPr>
          <a:xfrm rot="5400000">
            <a:off x="802924" y="1911876"/>
            <a:ext cx="4848327" cy="3712775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3"/>
          <p:cNvSpPr txBox="1"/>
          <p:nvPr/>
        </p:nvSpPr>
        <p:spPr>
          <a:xfrm>
            <a:off x="6506367" y="2372922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个</a:t>
            </a:r>
            <a:r>
              <a:rPr lang="zh-CN" sz="8351">
                <a:latin typeface="KaiTi"/>
                <a:ea typeface="KaiTi"/>
                <a:cs typeface="KaiTi"/>
                <a:sym typeface="KaiTi"/>
              </a:rPr>
              <a:t>葡萄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53" name="Google Shape;753;p63"/>
          <p:cNvSpPr txBox="1"/>
          <p:nvPr/>
        </p:nvSpPr>
        <p:spPr>
          <a:xfrm>
            <a:off x="6515843" y="3579698"/>
            <a:ext cx="45189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 </a:t>
            </a: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gè</a:t>
            </a:r>
            <a:r>
              <a:rPr lang="zh-CN" sz="4523">
                <a:highlight>
                  <a:srgbClr val="FFFFFF"/>
                </a:highlight>
              </a:rPr>
              <a:t> pútao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63"/>
          <p:cNvSpPr txBox="1"/>
          <p:nvPr/>
        </p:nvSpPr>
        <p:spPr>
          <a:xfrm>
            <a:off x="6636043" y="3604886"/>
            <a:ext cx="11622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4523">
                <a:solidFill>
                  <a:schemeClr val="dk1"/>
                </a:solidFill>
                <a:highlight>
                  <a:srgbClr val="FFFFFF"/>
                </a:highlight>
              </a:rPr>
              <a:t>shí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5" name="Google Shape;755;p63"/>
          <p:cNvSpPr txBox="1"/>
          <p:nvPr/>
        </p:nvSpPr>
        <p:spPr>
          <a:xfrm>
            <a:off x="6236361" y="2406902"/>
            <a:ext cx="187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十</a:t>
            </a:r>
            <a:endParaRPr b="1" sz="8351">
              <a:solidFill>
                <a:schemeClr val="dk1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cxnSp>
        <p:nvCxnSpPr>
          <p:cNvPr id="756" name="Google Shape;756;p63"/>
          <p:cNvCxnSpPr/>
          <p:nvPr/>
        </p:nvCxnSpPr>
        <p:spPr>
          <a:xfrm flipH="1" rot="10800000">
            <a:off x="6654345" y="3604879"/>
            <a:ext cx="1125600" cy="17400"/>
          </a:xfrm>
          <a:prstGeom prst="straightConnector1">
            <a:avLst/>
          </a:prstGeom>
          <a:noFill/>
          <a:ln cap="flat" cmpd="sng" w="1905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ile:Green tick.svg - Wikipedia" id="757" name="Google Shape;757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958" y="1001579"/>
            <a:ext cx="1082400" cy="10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4"/>
          <p:cNvSpPr txBox="1"/>
          <p:nvPr/>
        </p:nvSpPr>
        <p:spPr>
          <a:xfrm>
            <a:off x="7421052" y="2411450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latin typeface="KaiTi"/>
                <a:ea typeface="KaiTi"/>
                <a:cs typeface="KaiTi"/>
                <a:sym typeface="KaiTi"/>
              </a:rPr>
              <a:t>个苹果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64" name="Google Shape;764;p64"/>
          <p:cNvSpPr txBox="1"/>
          <p:nvPr/>
        </p:nvSpPr>
        <p:spPr>
          <a:xfrm>
            <a:off x="8336870" y="3618350"/>
            <a:ext cx="39399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gè píngguǒ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5" name="Google Shape;765;p64" title="水果闪卡 (4).png"/>
          <p:cNvPicPr preferRelativeResize="0"/>
          <p:nvPr/>
        </p:nvPicPr>
        <p:blipFill rotWithShape="1">
          <a:blip r:embed="rId3">
            <a:alphaModFix/>
          </a:blip>
          <a:srcRect b="54200" l="6460" r="54737" t="32524"/>
          <a:stretch/>
        </p:blipFill>
        <p:spPr>
          <a:xfrm>
            <a:off x="467775" y="2188257"/>
            <a:ext cx="2578977" cy="124789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4"/>
          <p:cNvSpPr txBox="1"/>
          <p:nvPr/>
        </p:nvSpPr>
        <p:spPr>
          <a:xfrm>
            <a:off x="4637244" y="3406110"/>
            <a:ext cx="10467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46450" spcFirstLastPara="1" rIns="46450" wrap="square" tIns="4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99">
                <a:solidFill>
                  <a:srgbClr val="D14043"/>
                </a:solidFill>
                <a:highlight>
                  <a:srgbClr val="FFFFFF"/>
                </a:highlight>
              </a:rPr>
              <a:t>liǎng </a:t>
            </a:r>
            <a:endParaRPr sz="3299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64"/>
          <p:cNvSpPr txBox="1"/>
          <p:nvPr/>
        </p:nvSpPr>
        <p:spPr>
          <a:xfrm>
            <a:off x="4432734" y="2518376"/>
            <a:ext cx="13704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46450" spcFirstLastPara="1" rIns="46450" wrap="square" tIns="4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6090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两</a:t>
            </a:r>
            <a:endParaRPr b="1" sz="6090">
              <a:solidFill>
                <a:srgbClr val="D14043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cxnSp>
        <p:nvCxnSpPr>
          <p:cNvPr id="768" name="Google Shape;768;p64"/>
          <p:cNvCxnSpPr/>
          <p:nvPr/>
        </p:nvCxnSpPr>
        <p:spPr>
          <a:xfrm flipH="1" rot="10800000">
            <a:off x="4737568" y="3406499"/>
            <a:ext cx="820800" cy="12300"/>
          </a:xfrm>
          <a:prstGeom prst="straightConnector1">
            <a:avLst/>
          </a:prstGeom>
          <a:noFill/>
          <a:ln cap="flat" cmpd="sng" w="1390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69" name="Google Shape;769;p64" title="水果闪卡 (4).png"/>
          <p:cNvPicPr preferRelativeResize="0"/>
          <p:nvPr/>
        </p:nvPicPr>
        <p:blipFill rotWithShape="1">
          <a:blip r:embed="rId3">
            <a:alphaModFix/>
          </a:blip>
          <a:srcRect b="54200" l="6460" r="54737" t="32524"/>
          <a:stretch/>
        </p:blipFill>
        <p:spPr>
          <a:xfrm>
            <a:off x="467775" y="3454933"/>
            <a:ext cx="2578977" cy="1247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64" title="水果闪卡 (4).png"/>
          <p:cNvPicPr preferRelativeResize="0"/>
          <p:nvPr/>
        </p:nvPicPr>
        <p:blipFill rotWithShape="1">
          <a:blip r:embed="rId3">
            <a:alphaModFix/>
          </a:blip>
          <a:srcRect b="54200" l="6460" r="54737" t="32524"/>
          <a:stretch/>
        </p:blipFill>
        <p:spPr>
          <a:xfrm>
            <a:off x="3126006" y="2155174"/>
            <a:ext cx="2578977" cy="1247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64" title="水果闪卡 (4).png"/>
          <p:cNvPicPr preferRelativeResize="0"/>
          <p:nvPr/>
        </p:nvPicPr>
        <p:blipFill rotWithShape="1">
          <a:blip r:embed="rId3">
            <a:alphaModFix/>
          </a:blip>
          <a:srcRect b="54200" l="6460" r="54737" t="32524"/>
          <a:stretch/>
        </p:blipFill>
        <p:spPr>
          <a:xfrm>
            <a:off x="3126006" y="3421850"/>
            <a:ext cx="2578977" cy="124789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4"/>
          <p:cNvSpPr txBox="1"/>
          <p:nvPr/>
        </p:nvSpPr>
        <p:spPr>
          <a:xfrm>
            <a:off x="6424364" y="2406902"/>
            <a:ext cx="187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八</a:t>
            </a:r>
            <a:endParaRPr b="1" sz="8351">
              <a:solidFill>
                <a:srgbClr val="D14043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73" name="Google Shape;773;p64"/>
          <p:cNvSpPr txBox="1"/>
          <p:nvPr/>
        </p:nvSpPr>
        <p:spPr>
          <a:xfrm>
            <a:off x="6715418" y="3604886"/>
            <a:ext cx="11622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4523">
                <a:solidFill>
                  <a:schemeClr val="dk1"/>
                </a:solidFill>
                <a:highlight>
                  <a:srgbClr val="FFFFFF"/>
                </a:highlight>
              </a:rPr>
              <a:t>bā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74" name="Google Shape;774;p64"/>
          <p:cNvCxnSpPr/>
          <p:nvPr/>
        </p:nvCxnSpPr>
        <p:spPr>
          <a:xfrm>
            <a:off x="6786637" y="3622279"/>
            <a:ext cx="1146600" cy="5700"/>
          </a:xfrm>
          <a:prstGeom prst="straightConnector1">
            <a:avLst/>
          </a:prstGeom>
          <a:noFill/>
          <a:ln cap="flat" cmpd="sng" w="1905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ile:Green tick.svg - Wikipedia" id="775" name="Google Shape;77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9058" y="1105854"/>
            <a:ext cx="1082400" cy="10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4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5"/>
          <p:cNvSpPr txBox="1"/>
          <p:nvPr/>
        </p:nvSpPr>
        <p:spPr>
          <a:xfrm>
            <a:off x="8066755" y="2411450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latin typeface="KaiTi"/>
                <a:ea typeface="KaiTi"/>
                <a:cs typeface="KaiTi"/>
                <a:sym typeface="KaiTi"/>
              </a:rPr>
              <a:t>个西瓜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82" name="Google Shape;782;p65"/>
          <p:cNvSpPr txBox="1"/>
          <p:nvPr/>
        </p:nvSpPr>
        <p:spPr>
          <a:xfrm>
            <a:off x="7401989" y="3618226"/>
            <a:ext cx="45189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gè  xīguā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3" name="Google Shape;783;p65" title="水果闪卡 (4).png"/>
          <p:cNvPicPr preferRelativeResize="0"/>
          <p:nvPr/>
        </p:nvPicPr>
        <p:blipFill rotWithShape="1">
          <a:blip r:embed="rId3">
            <a:alphaModFix/>
          </a:blip>
          <a:srcRect b="3893" l="6370" r="53714" t="78565"/>
          <a:stretch/>
        </p:blipFill>
        <p:spPr>
          <a:xfrm>
            <a:off x="696400" y="2217425"/>
            <a:ext cx="4633501" cy="28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5"/>
          <p:cNvSpPr txBox="1"/>
          <p:nvPr/>
        </p:nvSpPr>
        <p:spPr>
          <a:xfrm>
            <a:off x="6863536" y="3624144"/>
            <a:ext cx="1435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liǎng </a:t>
            </a:r>
            <a:endParaRPr sz="4523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65"/>
          <p:cNvSpPr txBox="1"/>
          <p:nvPr/>
        </p:nvSpPr>
        <p:spPr>
          <a:xfrm>
            <a:off x="6583114" y="2406902"/>
            <a:ext cx="187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两</a:t>
            </a:r>
            <a:endParaRPr b="1" sz="8351">
              <a:solidFill>
                <a:srgbClr val="D14043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cxnSp>
        <p:nvCxnSpPr>
          <p:cNvPr id="786" name="Google Shape;786;p65"/>
          <p:cNvCxnSpPr/>
          <p:nvPr/>
        </p:nvCxnSpPr>
        <p:spPr>
          <a:xfrm flipH="1" rot="10800000">
            <a:off x="7001098" y="3624143"/>
            <a:ext cx="1125600" cy="17400"/>
          </a:xfrm>
          <a:prstGeom prst="straightConnector1">
            <a:avLst/>
          </a:prstGeom>
          <a:noFill/>
          <a:ln cap="flat" cmpd="sng" w="1905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ile:Green tick.svg - Wikipedia" id="787" name="Google Shape;78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1533" y="1038204"/>
            <a:ext cx="1082400" cy="10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5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6"/>
          <p:cNvSpPr txBox="1"/>
          <p:nvPr/>
        </p:nvSpPr>
        <p:spPr>
          <a:xfrm>
            <a:off x="7007232" y="2392186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latin typeface="KaiTi"/>
                <a:ea typeface="KaiTi"/>
                <a:cs typeface="KaiTi"/>
                <a:sym typeface="KaiTi"/>
              </a:rPr>
              <a:t>个草莓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794" name="Google Shape;794;p66"/>
          <p:cNvSpPr txBox="1"/>
          <p:nvPr/>
        </p:nvSpPr>
        <p:spPr>
          <a:xfrm>
            <a:off x="6727747" y="3598962"/>
            <a:ext cx="45189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highlight>
                  <a:srgbClr val="FFFFFF"/>
                </a:highlight>
              </a:rPr>
              <a:t>gè cǎoméi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5" name="Google Shape;795;p66" title="水果闪卡 (4).png"/>
          <p:cNvPicPr preferRelativeResize="0"/>
          <p:nvPr/>
        </p:nvPicPr>
        <p:blipFill rotWithShape="1">
          <a:blip r:embed="rId3">
            <a:alphaModFix/>
          </a:blip>
          <a:srcRect b="6091" l="59336" r="4849" t="78565"/>
          <a:stretch/>
        </p:blipFill>
        <p:spPr>
          <a:xfrm>
            <a:off x="926400" y="2223087"/>
            <a:ext cx="3980148" cy="24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6"/>
          <p:cNvSpPr txBox="1"/>
          <p:nvPr/>
        </p:nvSpPr>
        <p:spPr>
          <a:xfrm>
            <a:off x="6863536" y="3624144"/>
            <a:ext cx="14355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liǎng </a:t>
            </a:r>
            <a:endParaRPr sz="4523">
              <a:solidFill>
                <a:srgbClr val="D140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7" name="Google Shape;797;p66"/>
          <p:cNvSpPr txBox="1"/>
          <p:nvPr/>
        </p:nvSpPr>
        <p:spPr>
          <a:xfrm>
            <a:off x="6583114" y="2406902"/>
            <a:ext cx="18792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两</a:t>
            </a:r>
            <a:endParaRPr b="1" sz="8351">
              <a:solidFill>
                <a:srgbClr val="D14043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cxnSp>
        <p:nvCxnSpPr>
          <p:cNvPr id="798" name="Google Shape;798;p66"/>
          <p:cNvCxnSpPr/>
          <p:nvPr/>
        </p:nvCxnSpPr>
        <p:spPr>
          <a:xfrm flipH="1" rot="10800000">
            <a:off x="7001098" y="3624143"/>
            <a:ext cx="1125600" cy="17400"/>
          </a:xfrm>
          <a:prstGeom prst="straightConnector1">
            <a:avLst/>
          </a:prstGeom>
          <a:noFill/>
          <a:ln cap="flat" cmpd="sng" w="19050">
            <a:solidFill>
              <a:srgbClr val="34558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File:Green tick.svg - Wikipedia" id="799" name="Google Shape;79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3437" y="1284704"/>
            <a:ext cx="1082400" cy="10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7"/>
          <p:cNvSpPr txBox="1"/>
          <p:nvPr/>
        </p:nvSpPr>
        <p:spPr>
          <a:xfrm>
            <a:off x="6699007" y="2411450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一</a:t>
            </a:r>
            <a:r>
              <a:rPr lang="zh-CN" sz="8351">
                <a:latin typeface="KaiTi"/>
                <a:ea typeface="KaiTi"/>
                <a:cs typeface="KaiTi"/>
                <a:sym typeface="KaiTi"/>
              </a:rPr>
              <a:t>个</a:t>
            </a:r>
            <a:r>
              <a:rPr lang="zh-CN" sz="8351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rPr>
              <a:t>苹果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806" name="Google Shape;806;p67"/>
          <p:cNvSpPr txBox="1"/>
          <p:nvPr/>
        </p:nvSpPr>
        <p:spPr>
          <a:xfrm>
            <a:off x="6523423" y="3618225"/>
            <a:ext cx="51729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yí</a:t>
            </a:r>
            <a:r>
              <a:rPr lang="zh-CN" sz="4523">
                <a:highlight>
                  <a:srgbClr val="FFFFFF"/>
                </a:highlight>
              </a:rPr>
              <a:t>  gè </a:t>
            </a:r>
            <a:r>
              <a:rPr lang="zh-CN" sz="4523">
                <a:solidFill>
                  <a:schemeClr val="dk1"/>
                </a:solidFill>
                <a:highlight>
                  <a:srgbClr val="FFFFFF"/>
                </a:highlight>
              </a:rPr>
              <a:t>píngguǒ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7" name="Google Shape;807;p67" title="水果闪卡 (4).png"/>
          <p:cNvPicPr preferRelativeResize="0"/>
          <p:nvPr/>
        </p:nvPicPr>
        <p:blipFill rotWithShape="1">
          <a:blip r:embed="rId3">
            <a:alphaModFix/>
          </a:blip>
          <a:srcRect b="55024" l="25963" r="53269" t="32219"/>
          <a:stretch/>
        </p:blipFill>
        <p:spPr>
          <a:xfrm>
            <a:off x="1765425" y="2315338"/>
            <a:ext cx="3214701" cy="279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reen tick.svg - Wikipedia" id="808" name="Google Shape;8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108" y="1471004"/>
            <a:ext cx="1082400" cy="10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7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68"/>
          <p:cNvSpPr txBox="1"/>
          <p:nvPr/>
        </p:nvSpPr>
        <p:spPr>
          <a:xfrm>
            <a:off x="6699007" y="2411450"/>
            <a:ext cx="45189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351">
                <a:solidFill>
                  <a:srgbClr val="D14043"/>
                </a:solidFill>
                <a:latin typeface="KaiTi"/>
                <a:ea typeface="KaiTi"/>
                <a:cs typeface="KaiTi"/>
                <a:sym typeface="KaiTi"/>
              </a:rPr>
              <a:t>一</a:t>
            </a:r>
            <a:r>
              <a:rPr lang="zh-CN" sz="8351">
                <a:latin typeface="KaiTi"/>
                <a:ea typeface="KaiTi"/>
                <a:cs typeface="KaiTi"/>
                <a:sym typeface="KaiTi"/>
              </a:rPr>
              <a:t>个梨</a:t>
            </a:r>
            <a:endParaRPr sz="8351">
              <a:solidFill>
                <a:srgbClr val="000000"/>
              </a:solidFill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815" name="Google Shape;815;p68"/>
          <p:cNvSpPr txBox="1"/>
          <p:nvPr/>
        </p:nvSpPr>
        <p:spPr>
          <a:xfrm>
            <a:off x="7656128" y="3618223"/>
            <a:ext cx="32952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63650" lIns="63650" spcFirstLastPara="1" rIns="63650" wrap="square" tIns="63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523">
                <a:solidFill>
                  <a:srgbClr val="D14043"/>
                </a:solidFill>
                <a:highlight>
                  <a:srgbClr val="FFFFFF"/>
                </a:highlight>
              </a:rPr>
              <a:t>yí</a:t>
            </a:r>
            <a:r>
              <a:rPr lang="zh-CN" sz="4523">
                <a:highlight>
                  <a:srgbClr val="FFFFFF"/>
                </a:highlight>
              </a:rPr>
              <a:t>   gè    </a:t>
            </a:r>
            <a:r>
              <a:rPr lang="zh-CN" sz="4523">
                <a:solidFill>
                  <a:schemeClr val="dk1"/>
                </a:solidFill>
                <a:highlight>
                  <a:srgbClr val="FFFFFF"/>
                </a:highlight>
              </a:rPr>
              <a:t>lí</a:t>
            </a:r>
            <a:endParaRPr sz="452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6" name="Google Shape;816;p68" title="水果闪卡 (4).png"/>
          <p:cNvPicPr preferRelativeResize="0"/>
          <p:nvPr/>
        </p:nvPicPr>
        <p:blipFill rotWithShape="1">
          <a:blip r:embed="rId3">
            <a:alphaModFix/>
          </a:blip>
          <a:srcRect b="78068" l="25963" r="53702" t="6322"/>
          <a:stretch/>
        </p:blipFill>
        <p:spPr>
          <a:xfrm>
            <a:off x="1810075" y="1720303"/>
            <a:ext cx="3147550" cy="341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reen tick.svg - Wikipedia" id="817" name="Google Shape;817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2033" y="1459529"/>
            <a:ext cx="1082400" cy="10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8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是不是？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Shì bùshì?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9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rgbClr val="002060"/>
                </a:solidFill>
              </a:rPr>
              <a:t>小侦探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Xiǎo zhēntàn</a:t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825" name="Google Shape;825;p69" title="Thảo Tiên tham khảo (49).png"/>
          <p:cNvPicPr preferRelativeResize="0"/>
          <p:nvPr/>
        </p:nvPicPr>
        <p:blipFill rotWithShape="1">
          <a:blip r:embed="rId3">
            <a:alphaModFix/>
          </a:blip>
          <a:srcRect b="0" l="0" r="0" t="37433"/>
          <a:stretch/>
        </p:blipFill>
        <p:spPr>
          <a:xfrm>
            <a:off x="5120023" y="0"/>
            <a:ext cx="7017024" cy="62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69" title="U4L7+8 (2).png"/>
          <p:cNvPicPr preferRelativeResize="0"/>
          <p:nvPr/>
        </p:nvPicPr>
        <p:blipFill rotWithShape="1">
          <a:blip r:embed="rId4">
            <a:alphaModFix/>
          </a:blip>
          <a:srcRect b="44608" l="0" r="5078" t="26007"/>
          <a:stretch/>
        </p:blipFill>
        <p:spPr>
          <a:xfrm>
            <a:off x="0" y="2130440"/>
            <a:ext cx="5354751" cy="234465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9"/>
          <p:cNvSpPr/>
          <p:nvPr/>
        </p:nvSpPr>
        <p:spPr>
          <a:xfrm>
            <a:off x="4548800" y="305300"/>
            <a:ext cx="2546100" cy="11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8" name="Google Shape;828;p69" title="水果闪卡 (4).png"/>
          <p:cNvPicPr preferRelativeResize="0"/>
          <p:nvPr/>
        </p:nvPicPr>
        <p:blipFill rotWithShape="1">
          <a:blip r:embed="rId5">
            <a:alphaModFix/>
          </a:blip>
          <a:srcRect b="55024" l="25963" r="53269" t="32219"/>
          <a:stretch/>
        </p:blipFill>
        <p:spPr>
          <a:xfrm>
            <a:off x="6196025" y="144149"/>
            <a:ext cx="1092075" cy="94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9"/>
          <p:cNvSpPr/>
          <p:nvPr/>
        </p:nvSpPr>
        <p:spPr>
          <a:xfrm>
            <a:off x="9860825" y="2350325"/>
            <a:ext cx="2014800" cy="812400"/>
          </a:xfrm>
          <a:prstGeom prst="wedgeRoundRectCallout">
            <a:avLst>
              <a:gd fmla="val -1079" name="adj1"/>
              <a:gd fmla="val 72293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00">
                <a:latin typeface="KaiTi"/>
                <a:ea typeface="KaiTi"/>
                <a:cs typeface="KaiTi"/>
                <a:sym typeface="KaiTi"/>
              </a:rPr>
              <a:t>几个苹果？</a:t>
            </a:r>
            <a:br>
              <a:rPr lang="zh-CN" sz="2500">
                <a:latin typeface="KaiTi"/>
                <a:ea typeface="KaiTi"/>
                <a:cs typeface="KaiTi"/>
                <a:sym typeface="KaiTi"/>
              </a:rPr>
            </a:br>
            <a:r>
              <a:rPr lang="zh-CN" sz="1950">
                <a:solidFill>
                  <a:srgbClr val="59595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Jǐ gè píngguǒ?</a:t>
            </a:r>
            <a:endParaRPr sz="3100">
              <a:latin typeface="KaiTi"/>
              <a:ea typeface="KaiTi"/>
              <a:cs typeface="KaiTi"/>
              <a:sym typeface="KaiTi"/>
            </a:endParaRPr>
          </a:p>
        </p:txBody>
      </p:sp>
      <p:sp>
        <p:nvSpPr>
          <p:cNvPr id="830" name="Google Shape;830;p69"/>
          <p:cNvSpPr/>
          <p:nvPr/>
        </p:nvSpPr>
        <p:spPr>
          <a:xfrm>
            <a:off x="6899275" y="2167175"/>
            <a:ext cx="2210400" cy="948900"/>
          </a:xfrm>
          <a:prstGeom prst="wedgeRoundRectCallout">
            <a:avLst>
              <a:gd fmla="val -43636" name="adj1"/>
              <a:gd fmla="val 70366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00">
                <a:latin typeface="KaiTi"/>
                <a:ea typeface="KaiTi"/>
                <a:cs typeface="KaiTi"/>
                <a:sym typeface="KaiTi"/>
              </a:rPr>
              <a:t>一</a:t>
            </a:r>
            <a:r>
              <a:rPr lang="zh-CN" sz="2700">
                <a:latin typeface="KaiTi"/>
                <a:ea typeface="KaiTi"/>
                <a:cs typeface="KaiTi"/>
                <a:sym typeface="KaiTi"/>
              </a:rPr>
              <a:t>个苹果</a:t>
            </a:r>
            <a:r>
              <a:rPr lang="zh-CN" sz="2700">
                <a:latin typeface="KaiTi"/>
                <a:ea typeface="KaiTi"/>
                <a:cs typeface="KaiTi"/>
                <a:sym typeface="KaiTi"/>
              </a:rPr>
              <a:t>。</a:t>
            </a:r>
            <a:br>
              <a:rPr lang="zh-CN" sz="2500">
                <a:latin typeface="KaiTi"/>
                <a:ea typeface="KaiTi"/>
                <a:cs typeface="KaiTi"/>
                <a:sym typeface="KaiTi"/>
              </a:rPr>
            </a:br>
            <a:r>
              <a:rPr lang="zh-CN" sz="1950">
                <a:solidFill>
                  <a:srgbClr val="59595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Yí</a:t>
            </a:r>
            <a:r>
              <a:rPr lang="zh-CN" sz="1950">
                <a:solidFill>
                  <a:srgbClr val="59595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gè píngguǒ.</a:t>
            </a:r>
            <a:endParaRPr sz="3100">
              <a:latin typeface="KaiTi"/>
              <a:ea typeface="KaiTi"/>
              <a:cs typeface="KaiTi"/>
              <a:sym typeface="KaiT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70" title="U4L7+8 (3).png"/>
          <p:cNvPicPr preferRelativeResize="0"/>
          <p:nvPr/>
        </p:nvPicPr>
        <p:blipFill rotWithShape="1">
          <a:blip r:embed="rId3">
            <a:alphaModFix/>
          </a:blip>
          <a:srcRect b="4381" l="26927" r="53695" t="3571"/>
          <a:stretch/>
        </p:blipFill>
        <p:spPr>
          <a:xfrm rot="5400000">
            <a:off x="6878264" y="-2750063"/>
            <a:ext cx="1165323" cy="7829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0"/>
          <p:cNvSpPr txBox="1"/>
          <p:nvPr>
            <p:ph idx="4294967295" type="title"/>
          </p:nvPr>
        </p:nvSpPr>
        <p:spPr>
          <a:xfrm>
            <a:off x="838188" y="3615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传信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Chuán xìn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7" name="Google Shape;837;p70" title="Your paragraph text (3).png"/>
          <p:cNvPicPr preferRelativeResize="0"/>
          <p:nvPr/>
        </p:nvPicPr>
        <p:blipFill rotWithShape="1">
          <a:blip r:embed="rId4">
            <a:alphaModFix/>
          </a:blip>
          <a:srcRect b="23599" l="0" r="6006" t="0"/>
          <a:stretch/>
        </p:blipFill>
        <p:spPr>
          <a:xfrm flipH="1">
            <a:off x="5002312" y="2297455"/>
            <a:ext cx="3375388" cy="3880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70" title="Your paragraph text (5).png"/>
          <p:cNvPicPr preferRelativeResize="0"/>
          <p:nvPr/>
        </p:nvPicPr>
        <p:blipFill rotWithShape="1">
          <a:blip r:embed="rId5">
            <a:alphaModFix/>
          </a:blip>
          <a:srcRect b="31655" l="47190" r="2810" t="14111"/>
          <a:stretch/>
        </p:blipFill>
        <p:spPr>
          <a:xfrm>
            <a:off x="925475" y="2654504"/>
            <a:ext cx="2479880" cy="362598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70"/>
          <p:cNvSpPr/>
          <p:nvPr/>
        </p:nvSpPr>
        <p:spPr>
          <a:xfrm>
            <a:off x="9648690" y="2078899"/>
            <a:ext cx="2439600" cy="1154700"/>
          </a:xfrm>
          <a:prstGeom prst="wedgeEllipseCallout">
            <a:avLst>
              <a:gd fmla="val -35230" name="adj1"/>
              <a:gd fmla="val 71724" name="adj2"/>
            </a:avLst>
          </a:prstGeom>
          <a:solidFill>
            <a:srgbClr val="FFFFFF"/>
          </a:solidFill>
          <a:ln cap="flat" cmpd="sng" w="100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800" lIns="96800" spcFirstLastPara="1" rIns="96800" wrap="square" tIns="9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52">
                <a:latin typeface="KaiTi"/>
                <a:ea typeface="KaiTi"/>
                <a:cs typeface="KaiTi"/>
                <a:sym typeface="KaiTi"/>
              </a:rPr>
              <a:t>一个苹果</a:t>
            </a:r>
            <a:endParaRPr sz="2752">
              <a:latin typeface="KaiTi"/>
              <a:ea typeface="KaiTi"/>
              <a:cs typeface="KaiTi"/>
              <a:sym typeface="KaiT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46">
                <a:solidFill>
                  <a:srgbClr val="595959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Yígè píngguǒ</a:t>
            </a:r>
            <a:endParaRPr sz="2964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0" name="Google Shape;840;p70" title="Your paragraph text (2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6167" y="2527232"/>
            <a:ext cx="2743503" cy="3880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0" title="Your paragraph text (13).png"/>
          <p:cNvPicPr preferRelativeResize="0"/>
          <p:nvPr/>
        </p:nvPicPr>
        <p:blipFill rotWithShape="1">
          <a:blip r:embed="rId7">
            <a:alphaModFix/>
          </a:blip>
          <a:srcRect b="9771" l="10021" r="15744" t="0"/>
          <a:stretch/>
        </p:blipFill>
        <p:spPr>
          <a:xfrm>
            <a:off x="7823875" y="2424626"/>
            <a:ext cx="2183174" cy="375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0"/>
          <p:cNvSpPr/>
          <p:nvPr/>
        </p:nvSpPr>
        <p:spPr>
          <a:xfrm>
            <a:off x="1841977" y="1677900"/>
            <a:ext cx="2439600" cy="1154700"/>
          </a:xfrm>
          <a:prstGeom prst="wedgeEllipseCallout">
            <a:avLst>
              <a:gd fmla="val -23976" name="adj1"/>
              <a:gd fmla="val 71039" name="adj2"/>
            </a:avLst>
          </a:prstGeom>
          <a:solidFill>
            <a:srgbClr val="FFFFFF"/>
          </a:solidFill>
          <a:ln cap="flat" cmpd="sng" w="1007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800" lIns="96800" spcFirstLastPara="1" rIns="96800" wrap="square" tIns="9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752">
                <a:latin typeface="KaiTi"/>
                <a:ea typeface="KaiTi"/>
                <a:cs typeface="KaiTi"/>
                <a:sym typeface="KaiTi"/>
              </a:rPr>
              <a:t>一个苹果</a:t>
            </a:r>
            <a:endParaRPr sz="2752">
              <a:latin typeface="KaiTi"/>
              <a:ea typeface="KaiTi"/>
              <a:cs typeface="KaiTi"/>
              <a:sym typeface="KaiT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46">
                <a:solidFill>
                  <a:srgbClr val="595959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Yígè píngguǒ</a:t>
            </a:r>
            <a:endParaRPr sz="2964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1" title="Your paragraph text (16).png"/>
          <p:cNvPicPr preferRelativeResize="0"/>
          <p:nvPr/>
        </p:nvPicPr>
        <p:blipFill rotWithShape="1">
          <a:blip r:embed="rId3">
            <a:alphaModFix/>
          </a:blip>
          <a:srcRect b="16079" l="0" r="0" t="0"/>
          <a:stretch/>
        </p:blipFill>
        <p:spPr>
          <a:xfrm>
            <a:off x="152650" y="1160675"/>
            <a:ext cx="4373901" cy="51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1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判断对错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Pànduàn duì cuò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9" name="Google Shape;849;p71" title="U4L7+8 (3).png"/>
          <p:cNvPicPr preferRelativeResize="0"/>
          <p:nvPr/>
        </p:nvPicPr>
        <p:blipFill rotWithShape="1">
          <a:blip r:embed="rId4">
            <a:alphaModFix/>
          </a:blip>
          <a:srcRect b="4381" l="26927" r="11381" t="3571"/>
          <a:stretch/>
        </p:blipFill>
        <p:spPr>
          <a:xfrm rot="5400000">
            <a:off x="6709262" y="-179275"/>
            <a:ext cx="3419225" cy="72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1" title="U4L7+8 (3).png"/>
          <p:cNvPicPr preferRelativeResize="0"/>
          <p:nvPr/>
        </p:nvPicPr>
        <p:blipFill rotWithShape="1">
          <a:blip r:embed="rId4">
            <a:alphaModFix/>
          </a:blip>
          <a:srcRect b="4381" l="26927" r="11381" t="3571"/>
          <a:stretch/>
        </p:blipFill>
        <p:spPr>
          <a:xfrm rot="-5400000">
            <a:off x="1980438" y="5178613"/>
            <a:ext cx="328225" cy="69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72" title="U4L7+8 (3).png"/>
          <p:cNvPicPr preferRelativeResize="0"/>
          <p:nvPr/>
        </p:nvPicPr>
        <p:blipFill rotWithShape="1">
          <a:blip r:embed="rId3">
            <a:alphaModFix/>
          </a:blip>
          <a:srcRect b="4381" l="26927" r="11381" t="3571"/>
          <a:stretch/>
        </p:blipFill>
        <p:spPr>
          <a:xfrm rot="5400000">
            <a:off x="3597238" y="-1341304"/>
            <a:ext cx="4997525" cy="105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2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判断对错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Pànduàn duì cuò</a:t>
            </a:r>
            <a:endParaRPr b="1" sz="2500">
              <a:solidFill>
                <a:srgbClr val="002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File:Green tick.svg - Wikipedia" id="857" name="Google Shape;85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8070" y="4348918"/>
            <a:ext cx="680125" cy="6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Green tick.svg - Wikipedia" id="858" name="Google Shape;85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5070" y="4361618"/>
            <a:ext cx="680126" cy="6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5263" y="5547500"/>
            <a:ext cx="554950" cy="5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95063" y="3477400"/>
            <a:ext cx="554950" cy="5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95063" y="5547500"/>
            <a:ext cx="554950" cy="5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3"/>
          <p:cNvSpPr txBox="1"/>
          <p:nvPr>
            <p:ph idx="4294967295"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Montserrat"/>
              <a:buNone/>
            </a:pPr>
            <a:r>
              <a:rPr lang="zh-CN">
                <a:solidFill>
                  <a:srgbClr val="002060"/>
                </a:solidFill>
              </a:rPr>
              <a:t>总结</a:t>
            </a:r>
            <a:endParaRPr>
              <a:solidFill>
                <a:srgbClr val="002060"/>
              </a:solidFill>
            </a:endParaRPr>
          </a:p>
          <a:p>
            <a:pPr indent="0" lvl="0" marL="0" marR="25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2500">
                <a:solidFill>
                  <a:srgbClr val="00206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Zǒng jié</a:t>
            </a:r>
            <a:endParaRPr b="1" sz="2500">
              <a:solidFill>
                <a:srgbClr val="002060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7" name="Google Shape;867;p73" title="水果闪卡 (1).png"/>
          <p:cNvPicPr preferRelativeResize="0"/>
          <p:nvPr/>
        </p:nvPicPr>
        <p:blipFill rotWithShape="1">
          <a:blip r:embed="rId3">
            <a:alphaModFix/>
          </a:blip>
          <a:srcRect b="25531" l="54088" r="0" t="51451"/>
          <a:stretch/>
        </p:blipFill>
        <p:spPr>
          <a:xfrm>
            <a:off x="8688700" y="290831"/>
            <a:ext cx="2746974" cy="194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8" name="Google Shape;868;p73"/>
          <p:cNvGrpSpPr/>
          <p:nvPr/>
        </p:nvGrpSpPr>
        <p:grpSpPr>
          <a:xfrm>
            <a:off x="9337838" y="2255441"/>
            <a:ext cx="1448700" cy="923173"/>
            <a:chOff x="7109000" y="4077374"/>
            <a:chExt cx="1448700" cy="923173"/>
          </a:xfrm>
        </p:grpSpPr>
        <p:sp>
          <p:nvSpPr>
            <p:cNvPr id="869" name="Google Shape;869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草莓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70" name="Google Shape;870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cǎoméi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71" name="Google Shape;871;p73" title="水果闪卡 (1).png"/>
          <p:cNvPicPr preferRelativeResize="0"/>
          <p:nvPr/>
        </p:nvPicPr>
        <p:blipFill rotWithShape="1">
          <a:blip r:embed="rId3">
            <a:alphaModFix/>
          </a:blip>
          <a:srcRect b="76069" l="0" r="53507" t="0"/>
          <a:stretch/>
        </p:blipFill>
        <p:spPr>
          <a:xfrm>
            <a:off x="511839" y="3634253"/>
            <a:ext cx="2318451" cy="168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73" title="水果闪卡 (1).png"/>
          <p:cNvPicPr preferRelativeResize="0"/>
          <p:nvPr/>
        </p:nvPicPr>
        <p:blipFill rotWithShape="1">
          <a:blip r:embed="rId3">
            <a:alphaModFix/>
          </a:blip>
          <a:srcRect b="75656" l="53045" r="0" t="1438"/>
          <a:stretch/>
        </p:blipFill>
        <p:spPr>
          <a:xfrm>
            <a:off x="2730023" y="366594"/>
            <a:ext cx="2603602" cy="17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3" title="水果闪卡 (1).png"/>
          <p:cNvPicPr preferRelativeResize="0"/>
          <p:nvPr/>
        </p:nvPicPr>
        <p:blipFill rotWithShape="1">
          <a:blip r:embed="rId3">
            <a:alphaModFix/>
          </a:blip>
          <a:srcRect b="50038" l="0" r="52805" t="26392"/>
          <a:stretch/>
        </p:blipFill>
        <p:spPr>
          <a:xfrm>
            <a:off x="5977682" y="3406000"/>
            <a:ext cx="2746974" cy="1940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3" title="水果闪卡 (1).png"/>
          <p:cNvPicPr preferRelativeResize="0"/>
          <p:nvPr/>
        </p:nvPicPr>
        <p:blipFill rotWithShape="1">
          <a:blip r:embed="rId3">
            <a:alphaModFix/>
          </a:blip>
          <a:srcRect b="50270" l="50914" r="3475" t="27427"/>
          <a:stretch/>
        </p:blipFill>
        <p:spPr>
          <a:xfrm>
            <a:off x="5675525" y="178864"/>
            <a:ext cx="2816561" cy="19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3" title="水果闪卡 (1).png"/>
          <p:cNvPicPr preferRelativeResize="0"/>
          <p:nvPr/>
        </p:nvPicPr>
        <p:blipFill rotWithShape="1">
          <a:blip r:embed="rId3">
            <a:alphaModFix/>
          </a:blip>
          <a:srcRect b="772" l="2005" r="51129" t="75903"/>
          <a:stretch/>
        </p:blipFill>
        <p:spPr>
          <a:xfrm rot="5400000">
            <a:off x="3639103" y="3588551"/>
            <a:ext cx="2125026" cy="14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3" title="水果闪卡 (1).png"/>
          <p:cNvPicPr preferRelativeResize="0"/>
          <p:nvPr/>
        </p:nvPicPr>
        <p:blipFill rotWithShape="1">
          <a:blip r:embed="rId3">
            <a:alphaModFix/>
          </a:blip>
          <a:srcRect b="25178" l="4626" r="58654" t="51074"/>
          <a:stretch/>
        </p:blipFill>
        <p:spPr>
          <a:xfrm>
            <a:off x="9198800" y="3417722"/>
            <a:ext cx="2155000" cy="1971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7" name="Google Shape;877;p73"/>
          <p:cNvGrpSpPr/>
          <p:nvPr/>
        </p:nvGrpSpPr>
        <p:grpSpPr>
          <a:xfrm>
            <a:off x="3307463" y="2162991"/>
            <a:ext cx="1448700" cy="923173"/>
            <a:chOff x="7109000" y="4077374"/>
            <a:chExt cx="1448700" cy="923173"/>
          </a:xfrm>
        </p:grpSpPr>
        <p:sp>
          <p:nvSpPr>
            <p:cNvPr id="878" name="Google Shape;878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苹果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79" name="Google Shape;879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píngguǒ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0" name="Google Shape;880;p73"/>
          <p:cNvGrpSpPr/>
          <p:nvPr/>
        </p:nvGrpSpPr>
        <p:grpSpPr>
          <a:xfrm>
            <a:off x="6322650" y="2143473"/>
            <a:ext cx="1448700" cy="923173"/>
            <a:chOff x="7109000" y="4077374"/>
            <a:chExt cx="1448700" cy="923173"/>
          </a:xfrm>
        </p:grpSpPr>
        <p:sp>
          <p:nvSpPr>
            <p:cNvPr id="881" name="Google Shape;881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橘子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82" name="Google Shape;882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júzi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3" name="Google Shape;883;p73"/>
          <p:cNvGrpSpPr/>
          <p:nvPr/>
        </p:nvGrpSpPr>
        <p:grpSpPr>
          <a:xfrm>
            <a:off x="946702" y="5346366"/>
            <a:ext cx="1448700" cy="923173"/>
            <a:chOff x="7109000" y="4077374"/>
            <a:chExt cx="1448700" cy="923173"/>
          </a:xfrm>
        </p:grpSpPr>
        <p:sp>
          <p:nvSpPr>
            <p:cNvPr id="884" name="Google Shape;884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香蕉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85" name="Google Shape;885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xiāngjiāo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6" name="Google Shape;886;p73"/>
          <p:cNvGrpSpPr/>
          <p:nvPr/>
        </p:nvGrpSpPr>
        <p:grpSpPr>
          <a:xfrm>
            <a:off x="3919491" y="5346366"/>
            <a:ext cx="1448700" cy="923173"/>
            <a:chOff x="7109000" y="4077374"/>
            <a:chExt cx="1448700" cy="923173"/>
          </a:xfrm>
        </p:grpSpPr>
        <p:sp>
          <p:nvSpPr>
            <p:cNvPr id="887" name="Google Shape;887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葡萄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88" name="Google Shape;888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pútao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89" name="Google Shape;889;p73"/>
          <p:cNvGrpSpPr/>
          <p:nvPr/>
        </p:nvGrpSpPr>
        <p:grpSpPr>
          <a:xfrm>
            <a:off x="6775306" y="5346366"/>
            <a:ext cx="1448700" cy="923173"/>
            <a:chOff x="7109000" y="4077374"/>
            <a:chExt cx="1448700" cy="923173"/>
          </a:xfrm>
        </p:grpSpPr>
        <p:sp>
          <p:nvSpPr>
            <p:cNvPr id="890" name="Google Shape;890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梨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91" name="Google Shape;891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lí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892" name="Google Shape;892;p73"/>
          <p:cNvGrpSpPr/>
          <p:nvPr/>
        </p:nvGrpSpPr>
        <p:grpSpPr>
          <a:xfrm>
            <a:off x="9702332" y="5413208"/>
            <a:ext cx="1448700" cy="923173"/>
            <a:chOff x="7109000" y="4077374"/>
            <a:chExt cx="1448700" cy="923173"/>
          </a:xfrm>
        </p:grpSpPr>
        <p:sp>
          <p:nvSpPr>
            <p:cNvPr id="893" name="Google Shape;893;p73"/>
            <p:cNvSpPr txBox="1"/>
            <p:nvPr/>
          </p:nvSpPr>
          <p:spPr>
            <a:xfrm>
              <a:off x="7235279" y="4077374"/>
              <a:ext cx="11502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785">
                  <a:solidFill>
                    <a:schemeClr val="dk1"/>
                  </a:solidFill>
                  <a:latin typeface="KaiTi"/>
                  <a:ea typeface="KaiTi"/>
                  <a:cs typeface="KaiTi"/>
                  <a:sym typeface="KaiTi"/>
                </a:rPr>
                <a:t>西瓜</a:t>
              </a:r>
              <a:endParaRPr sz="3785">
                <a:solidFill>
                  <a:schemeClr val="dk1"/>
                </a:solidFill>
                <a:latin typeface="KaiTi"/>
                <a:ea typeface="KaiTi"/>
                <a:cs typeface="KaiTi"/>
                <a:sym typeface="KaiTi"/>
              </a:endParaRPr>
            </a:p>
          </p:txBody>
        </p:sp>
        <p:sp>
          <p:nvSpPr>
            <p:cNvPr id="894" name="Google Shape;894;p73"/>
            <p:cNvSpPr txBox="1"/>
            <p:nvPr/>
          </p:nvSpPr>
          <p:spPr>
            <a:xfrm>
              <a:off x="7109000" y="4624346"/>
              <a:ext cx="1448700" cy="37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825" lIns="28825" spcFirstLastPara="1" rIns="28825" wrap="square" tIns="28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2050">
                  <a:solidFill>
                    <a:schemeClr val="dk1"/>
                  </a:solidFill>
                  <a:highlight>
                    <a:srgbClr val="FFFFFF"/>
                  </a:highlight>
                </a:rPr>
                <a:t>xīguā</a:t>
              </a:r>
              <a:endParaRPr sz="205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4"/>
          <p:cNvSpPr txBox="1"/>
          <p:nvPr/>
        </p:nvSpPr>
        <p:spPr>
          <a:xfrm>
            <a:off x="5082875" y="2432775"/>
            <a:ext cx="78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5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再见！</a:t>
            </a:r>
            <a:endParaRPr b="1" sz="5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3000">
                <a:solidFill>
                  <a:srgbClr val="1A3868"/>
                </a:solidFill>
                <a:latin typeface="Montserrat"/>
                <a:ea typeface="Montserrat"/>
                <a:cs typeface="Montserrat"/>
                <a:sym typeface="Montserrat"/>
              </a:rPr>
              <a:t>Zàijiàn!</a:t>
            </a:r>
            <a:endParaRPr b="1" sz="3000">
              <a:solidFill>
                <a:srgbClr val="1A38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Yuexuele theme">
  <a:themeElements>
    <a:clrScheme name="Office">
      <a:dk1>
        <a:srgbClr val="000000"/>
      </a:dk1>
      <a:lt1>
        <a:srgbClr val="F3F3F3"/>
      </a:lt1>
      <a:dk2>
        <a:srgbClr val="345585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