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embeddedFontLst>
    <p:embeddedFont>
      <p:font typeface="Architects Daughter"/>
      <p:regular r:id="rId34"/>
    </p:embeddedFont>
    <p:embeddedFont>
      <p:font typeface="Montserrat Black"/>
      <p:bold r:id="rId35"/>
      <p:boldItalic r:id="rId36"/>
    </p:embeddedFont>
    <p:embeddedFont>
      <p:font typeface="Montserrat"/>
      <p:regular r:id="rId37"/>
      <p:bold r:id="rId38"/>
      <p:italic r:id="rId39"/>
      <p:boldItalic r:id="rId40"/>
    </p:embeddedFont>
    <p:embeddedFont>
      <p:font typeface="Cherry Cream Soda"/>
      <p:regular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6.xml"/><Relationship Id="rId42" Type="http://schemas.openxmlformats.org/officeDocument/2006/relationships/font" Target="fonts/OpenSans-regular.fntdata"/><Relationship Id="rId41" Type="http://schemas.openxmlformats.org/officeDocument/2006/relationships/font" Target="fonts/CherryCreamSoda-regular.fntdata"/><Relationship Id="rId22" Type="http://schemas.openxmlformats.org/officeDocument/2006/relationships/slide" Target="slides/slide18.xml"/><Relationship Id="rId44" Type="http://schemas.openxmlformats.org/officeDocument/2006/relationships/font" Target="fonts/OpenSans-italic.fntdata"/><Relationship Id="rId21" Type="http://schemas.openxmlformats.org/officeDocument/2006/relationships/slide" Target="slides/slide17.xml"/><Relationship Id="rId43" Type="http://schemas.openxmlformats.org/officeDocument/2006/relationships/font" Target="fonts/OpenSans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MontserratBlack-bold.fntdata"/><Relationship Id="rId12" Type="http://schemas.openxmlformats.org/officeDocument/2006/relationships/slide" Target="slides/slide8.xml"/><Relationship Id="rId34" Type="http://schemas.openxmlformats.org/officeDocument/2006/relationships/font" Target="fonts/ArchitectsDaughter-regular.fntdata"/><Relationship Id="rId15" Type="http://schemas.openxmlformats.org/officeDocument/2006/relationships/slide" Target="slides/slide11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10.xml"/><Relationship Id="rId36" Type="http://schemas.openxmlformats.org/officeDocument/2006/relationships/font" Target="fonts/MontserratBlack-boldItalic.fntdata"/><Relationship Id="rId17" Type="http://schemas.openxmlformats.org/officeDocument/2006/relationships/slide" Target="slides/slide13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2.xml"/><Relationship Id="rId38" Type="http://schemas.openxmlformats.org/officeDocument/2006/relationships/font" Target="fonts/Montserrat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4a843cf20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94a843cf20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8aa2dffb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88aa2dffb6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8aa2dff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88aa2dffb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4a843cf20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94a843cf20_0_4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b3202b1c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9b3202b1c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cdb17bbf7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8cdb17bbf7_0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6a6b4f2f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a6a6b4f2f3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6a6b4f2f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a6a6b4f2f3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6a6b4f2f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a6a6b4f2f3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6a6b4f2f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a6a6b4f2f3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6a6b4f2f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a6a6b4f2f3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b3202b1c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9b3202b1c1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dbcb6b34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9dbcb6b34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6a6b4f2f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a6a6b4f2f3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6a6b4f2f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a6a6b4f2f3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7adc691de_4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a7adc691de_4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7adc691de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a7adc691de_4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6a6b4f2f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a6a6b4f2f3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7adc691de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a7adc691de_4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7adc691de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a7adc691de_4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7adc691de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a7adc691de_4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7adc691de_4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a7adc691de_4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6a6b4f2f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a6a6b4f2f3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6a6b4f2f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a6a6b4f2f3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9b3202b1c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9b3202b1c1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6a6b4f2f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a6a6b4f2f3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746079325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746079325e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3.png"/><Relationship Id="rId6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9415203" y="-544820"/>
            <a:ext cx="3976624" cy="39766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469102" y="4514136"/>
            <a:ext cx="5405843" cy="2790948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5137768" y="-1775142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" name="Google Shape;13;p2"/>
          <p:cNvSpPr/>
          <p:nvPr/>
        </p:nvSpPr>
        <p:spPr>
          <a:xfrm>
            <a:off x="-4481366" y="4690201"/>
            <a:ext cx="8923148" cy="3516588"/>
          </a:xfrm>
          <a:custGeom>
            <a:rect b="b" l="l" r="r" t="t"/>
            <a:pathLst>
              <a:path extrusionOk="0" h="6795340" w="16297987">
                <a:moveTo>
                  <a:pt x="0" y="0"/>
                </a:moveTo>
                <a:lnTo>
                  <a:pt x="16297986" y="0"/>
                </a:lnTo>
                <a:lnTo>
                  <a:pt x="16297986" y="6795340"/>
                </a:lnTo>
                <a:lnTo>
                  <a:pt x="0" y="6795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" name="Google Shape;14;p2"/>
          <p:cNvGrpSpPr/>
          <p:nvPr/>
        </p:nvGrpSpPr>
        <p:grpSpPr>
          <a:xfrm>
            <a:off x="1647682" y="4172077"/>
            <a:ext cx="3529942" cy="1157624"/>
            <a:chOff x="-320518" y="1116968"/>
            <a:chExt cx="4582555" cy="1502822"/>
          </a:xfrm>
        </p:grpSpPr>
        <p:pic>
          <p:nvPicPr>
            <p:cNvPr id="15" name="Google Shape;15;p2" title="Doc_Blu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10538" y="1116968"/>
              <a:ext cx="2251500" cy="15028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6;p2"/>
            <p:cNvSpPr txBox="1"/>
            <p:nvPr/>
          </p:nvSpPr>
          <p:spPr>
            <a:xfrm>
              <a:off x="-320518" y="1212190"/>
              <a:ext cx="2251500" cy="11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425" lIns="70425" spcFirstLastPara="1" rIns="70425" wrap="square" tIns="70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powered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" name="Google Shape;17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28525" r="0" t="0"/>
          <a:stretch/>
        </p:blipFill>
        <p:spPr>
          <a:xfrm>
            <a:off x="1608631" y="1900917"/>
            <a:ext cx="3607901" cy="204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0" r="70367" t="0"/>
          <a:stretch/>
        </p:blipFill>
        <p:spPr>
          <a:xfrm>
            <a:off x="5743364" y="1945050"/>
            <a:ext cx="2441932" cy="334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noFill/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6" name="Google Shape;26;p3"/>
          <p:cNvSpPr/>
          <p:nvPr/>
        </p:nvSpPr>
        <p:spPr>
          <a:xfrm>
            <a:off x="10589429" y="192917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flipH="1">
            <a:off x="10445469" y="490450"/>
            <a:ext cx="6077909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3"/>
          <p:cNvSpPr/>
          <p:nvPr/>
        </p:nvSpPr>
        <p:spPr>
          <a:xfrm>
            <a:off x="3261726" y="-2820400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" name="Google Shape;29;p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1" name="Google Shape;31;p3"/>
              <p:cNvPicPr preferRelativeResize="0"/>
              <p:nvPr/>
            </p:nvPicPr>
            <p:blipFill rotWithShape="1">
              <a:blip r:embed="rId4">
                <a:alphaModFix/>
              </a:blip>
              <a:srcRect b="10669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" name="Google Shape;32;p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3" name="Google Shape;33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" name="Google Shape;34;p3"/>
              <p:cNvCxnSpPr>
                <a:stCxn id="35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5" name="Google Shape;35;p3" title="YXL Bilingual - Blue Stacked.png"/>
            <p:cNvPicPr preferRelativeResize="0"/>
            <p:nvPr/>
          </p:nvPicPr>
          <p:blipFill rotWithShape="1">
            <a:blip r:embed="rId6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7285301" y="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p4"/>
          <p:cNvSpPr/>
          <p:nvPr/>
        </p:nvSpPr>
        <p:spPr>
          <a:xfrm rot="-441143">
            <a:off x="7843278" y="-3995360"/>
            <a:ext cx="9572564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" name="Google Shape;44;p4"/>
          <p:cNvSpPr/>
          <p:nvPr/>
        </p:nvSpPr>
        <p:spPr>
          <a:xfrm rot="-324576">
            <a:off x="-1347975" y="5512002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5" name="Google Shape;45;p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ctrTitle"/>
          </p:nvPr>
        </p:nvSpPr>
        <p:spPr>
          <a:xfrm>
            <a:off x="1524000" y="175416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b="1"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1524000" y="4233835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5"/>
          <p:cNvSpPr/>
          <p:nvPr/>
        </p:nvSpPr>
        <p:spPr>
          <a:xfrm rot="-419202">
            <a:off x="7856663" y="-3808211"/>
            <a:ext cx="6993677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" name="Google Shape;54;p5"/>
          <p:cNvSpPr/>
          <p:nvPr/>
        </p:nvSpPr>
        <p:spPr>
          <a:xfrm rot="-324576">
            <a:off x="-325050" y="5108577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5"/>
          <p:cNvSpPr/>
          <p:nvPr/>
        </p:nvSpPr>
        <p:spPr>
          <a:xfrm>
            <a:off x="8913351" y="487780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 flipH="1" rot="-350370">
            <a:off x="8585408" y="5211485"/>
            <a:ext cx="4667542" cy="2571392"/>
          </a:xfrm>
          <a:custGeom>
            <a:rect b="b" l="l" r="r" t="t"/>
            <a:pathLst>
              <a:path extrusionOk="0" h="3875831" w="7035336">
                <a:moveTo>
                  <a:pt x="7035336" y="0"/>
                </a:moveTo>
                <a:lnTo>
                  <a:pt x="0" y="0"/>
                </a:lnTo>
                <a:lnTo>
                  <a:pt x="0" y="3875830"/>
                </a:lnTo>
                <a:lnTo>
                  <a:pt x="7035336" y="3875830"/>
                </a:lnTo>
                <a:lnTo>
                  <a:pt x="703533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7" name="Google Shape;57;p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66" name="Google Shape;66;p6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67" name="Google Shape;67;p6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68" name="Google Shape;68;p6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" name="Google Shape;69;p6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70" name="Google Shape;70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1" name="Google Shape;71;p6"/>
              <p:cNvCxnSpPr>
                <a:stCxn id="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72" name="Google Shape;72;p6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" name="Google Shape;73;p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7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7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83" name="Google Shape;83;p7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84" name="Google Shape;84;p7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85" name="Google Shape;85;p7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" name="Google Shape;86;p7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87" name="Google Shape;87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8" name="Google Shape;88;p7"/>
              <p:cNvCxnSpPr>
                <a:stCxn id="8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89" name="Google Shape;89;p7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96" name="Google Shape;96;p8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97" name="Google Shape;97;p8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98" name="Google Shape;98;p8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" name="Google Shape;99;p8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00" name="Google Shape;100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1" name="Google Shape;101;p8"/>
              <p:cNvCxnSpPr>
                <a:stCxn id="10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02" name="Google Shape;102;p8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8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9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09" name="Google Shape;109;p9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10" name="Google Shape;110;p9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" name="Google Shape;111;p9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12" name="Google Shape;112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3" name="Google Shape;113;p9"/>
              <p:cNvCxnSpPr>
                <a:stCxn id="11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14" name="Google Shape;114;p9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9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2" name="Google Shape;122;p1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23" name="Google Shape;123;p10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24" name="Google Shape;124;p10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25" name="Google Shape;125;p10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" name="Google Shape;126;p10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27" name="Google Shape;127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" name="Google Shape;128;p10"/>
              <p:cNvCxnSpPr>
                <a:stCxn id="12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29" name="Google Shape;129;p10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0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6" name="Google Shape;136;p11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38" name="Google Shape;138;p1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39" name="Google Shape;139;p11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40" name="Google Shape;140;p1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" name="Google Shape;141;p11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42" name="Google Shape;142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3" name="Google Shape;143;p11"/>
              <p:cNvCxnSpPr>
                <a:stCxn id="14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44" name="Google Shape;144;p11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1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52" name="Google Shape;152;p12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53" name="Google Shape;153;p12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54" name="Google Shape;154;p12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12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56" name="Google Shape;156;p1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7" name="Google Shape;157;p12"/>
              <p:cNvCxnSpPr>
                <a:stCxn id="158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58" name="Google Shape;158;p12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1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66" name="Google Shape;166;p1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67" name="Google Shape;167;p1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68" name="Google Shape;168;p13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1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70" name="Google Shape;170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71" name="Google Shape;171;p13"/>
              <p:cNvCxnSpPr>
                <a:stCxn id="1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72" name="Google Shape;172;p13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3184004" y="117742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F394E"/>
              </a:solidFill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4311965" y="2181663"/>
            <a:ext cx="65460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-2450826" y="-403850"/>
            <a:ext cx="6555946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4"/>
          <p:cNvSpPr/>
          <p:nvPr/>
        </p:nvSpPr>
        <p:spPr>
          <a:xfrm>
            <a:off x="662235" y="1302589"/>
            <a:ext cx="5219928" cy="4792844"/>
          </a:xfrm>
          <a:custGeom>
            <a:rect b="b" l="l" r="r" t="t"/>
            <a:pathLst>
              <a:path extrusionOk="0" h="8021496" w="8736282">
                <a:moveTo>
                  <a:pt x="0" y="0"/>
                </a:moveTo>
                <a:lnTo>
                  <a:pt x="8736282" y="0"/>
                </a:lnTo>
                <a:lnTo>
                  <a:pt x="8736282" y="8021496"/>
                </a:lnTo>
                <a:lnTo>
                  <a:pt x="0" y="8021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4"/>
          <p:cNvSpPr/>
          <p:nvPr/>
        </p:nvSpPr>
        <p:spPr>
          <a:xfrm>
            <a:off x="7360210" y="4729867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4"/>
          <p:cNvSpPr/>
          <p:nvPr/>
        </p:nvSpPr>
        <p:spPr>
          <a:xfrm>
            <a:off x="-2467800" y="5339072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4" name="Google Shape;184;p1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5780425" y="1789125"/>
            <a:ext cx="5426100" cy="38472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44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1" name="Google Shape;191;p15"/>
          <p:cNvSpPr/>
          <p:nvPr/>
        </p:nvSpPr>
        <p:spPr>
          <a:xfrm>
            <a:off x="3571322" y="-702875"/>
            <a:ext cx="4523434" cy="2492001"/>
          </a:xfrm>
          <a:custGeom>
            <a:rect b="b" l="l" r="r" t="t"/>
            <a:pathLst>
              <a:path extrusionOk="0" h="4530911" w="8224425">
                <a:moveTo>
                  <a:pt x="0" y="0"/>
                </a:moveTo>
                <a:lnTo>
                  <a:pt x="8224425" y="0"/>
                </a:lnTo>
                <a:lnTo>
                  <a:pt x="8224425" y="4530910"/>
                </a:lnTo>
                <a:lnTo>
                  <a:pt x="0" y="453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5"/>
          <p:cNvSpPr/>
          <p:nvPr/>
        </p:nvSpPr>
        <p:spPr>
          <a:xfrm>
            <a:off x="-743275" y="1046274"/>
            <a:ext cx="6576246" cy="5775139"/>
          </a:xfrm>
          <a:custGeom>
            <a:rect b="b" l="l" r="r" t="t"/>
            <a:pathLst>
              <a:path extrusionOk="0" h="10500253" w="11956810">
                <a:moveTo>
                  <a:pt x="0" y="0"/>
                </a:moveTo>
                <a:lnTo>
                  <a:pt x="11956810" y="0"/>
                </a:lnTo>
                <a:lnTo>
                  <a:pt x="11956810" y="10500253"/>
                </a:lnTo>
                <a:lnTo>
                  <a:pt x="0" y="1050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5"/>
          <p:cNvSpPr/>
          <p:nvPr/>
        </p:nvSpPr>
        <p:spPr>
          <a:xfrm flipH="1">
            <a:off x="9026540" y="5295222"/>
            <a:ext cx="4023360" cy="2216506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5"/>
          <p:cNvSpPr/>
          <p:nvPr/>
        </p:nvSpPr>
        <p:spPr>
          <a:xfrm>
            <a:off x="-560274" y="-702873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1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/>
          <p:nvPr/>
        </p:nvSpPr>
        <p:spPr>
          <a:xfrm>
            <a:off x="-4687062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0"/>
                </a:lnTo>
                <a:lnTo>
                  <a:pt x="0" y="7393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2" name="Google Shape;202;p16"/>
          <p:cNvGrpSpPr/>
          <p:nvPr/>
        </p:nvGrpSpPr>
        <p:grpSpPr>
          <a:xfrm>
            <a:off x="2736002" y="4300454"/>
            <a:ext cx="6718749" cy="225325"/>
            <a:chOff x="0" y="-76200"/>
            <a:chExt cx="3088228" cy="103569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3088228" cy="27369"/>
            </a:xfrm>
            <a:custGeom>
              <a:rect b="b" l="l" r="r" t="t"/>
              <a:pathLst>
                <a:path extrusionOk="0" h="27369" w="3088228">
                  <a:moveTo>
                    <a:pt x="0" y="0"/>
                  </a:moveTo>
                  <a:lnTo>
                    <a:pt x="3088228" y="0"/>
                  </a:lnTo>
                  <a:lnTo>
                    <a:pt x="3088228" y="27369"/>
                  </a:lnTo>
                  <a:lnTo>
                    <a:pt x="0" y="27369"/>
                  </a:lnTo>
                  <a:close/>
                </a:path>
              </a:pathLst>
            </a:custGeom>
            <a:solidFill>
              <a:srgbClr val="264D6D"/>
            </a:solidFill>
            <a:ln>
              <a:noFill/>
            </a:ln>
          </p:spPr>
        </p:sp>
        <p:sp>
          <p:nvSpPr>
            <p:cNvPr id="204" name="Google Shape;204;p16"/>
            <p:cNvSpPr txBox="1"/>
            <p:nvPr/>
          </p:nvSpPr>
          <p:spPr>
            <a:xfrm>
              <a:off x="0" y="-76200"/>
              <a:ext cx="3088200" cy="1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2654964" y="4414967"/>
            <a:ext cx="161991" cy="161991"/>
            <a:chOff x="0" y="0"/>
            <a:chExt cx="812800" cy="812800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9373394" y="4414967"/>
            <a:ext cx="161991" cy="161991"/>
            <a:chOff x="0" y="0"/>
            <a:chExt cx="812800" cy="81280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6015250" y="4414967"/>
            <a:ext cx="161991" cy="161991"/>
            <a:chOff x="0" y="0"/>
            <a:chExt cx="812800" cy="812800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6"/>
          <p:cNvSpPr/>
          <p:nvPr/>
        </p:nvSpPr>
        <p:spPr>
          <a:xfrm flipH="1">
            <a:off x="9093288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0"/>
                </a:lnTo>
                <a:lnTo>
                  <a:pt x="13599606" y="7393240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6"/>
          <p:cNvSpPr txBox="1"/>
          <p:nvPr/>
        </p:nvSpPr>
        <p:spPr>
          <a:xfrm>
            <a:off x="1826990" y="2591158"/>
            <a:ext cx="85365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MILESTONES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8511057" y="3580678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6"/>
          <p:cNvSpPr txBox="1"/>
          <p:nvPr/>
        </p:nvSpPr>
        <p:spPr>
          <a:xfrm>
            <a:off x="2236014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2019</a:t>
            </a:r>
            <a:endParaRPr sz="800"/>
          </a:p>
        </p:txBody>
      </p:sp>
      <p:sp>
        <p:nvSpPr>
          <p:cNvPr id="218" name="Google Shape;218;p16"/>
          <p:cNvSpPr txBox="1"/>
          <p:nvPr/>
        </p:nvSpPr>
        <p:spPr>
          <a:xfrm>
            <a:off x="1792627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19" name="Google Shape;219;p16"/>
          <p:cNvSpPr txBox="1"/>
          <p:nvPr/>
        </p:nvSpPr>
        <p:spPr>
          <a:xfrm>
            <a:off x="5596301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2023</a:t>
            </a:r>
            <a:endParaRPr sz="800"/>
          </a:p>
        </p:txBody>
      </p:sp>
      <p:sp>
        <p:nvSpPr>
          <p:cNvPr id="220" name="Google Shape;220;p16"/>
          <p:cNvSpPr txBox="1"/>
          <p:nvPr/>
        </p:nvSpPr>
        <p:spPr>
          <a:xfrm>
            <a:off x="5152913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21" name="Google Shape;221;p16"/>
          <p:cNvSpPr txBox="1"/>
          <p:nvPr/>
        </p:nvSpPr>
        <p:spPr>
          <a:xfrm>
            <a:off x="8954445" y="4602035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800"/>
          </a:p>
        </p:txBody>
      </p:sp>
      <p:sp>
        <p:nvSpPr>
          <p:cNvPr id="222" name="Google Shape;222;p16"/>
          <p:cNvSpPr txBox="1"/>
          <p:nvPr/>
        </p:nvSpPr>
        <p:spPr>
          <a:xfrm>
            <a:off x="8511057" y="5026631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23" name="Google Shape;223;p16"/>
          <p:cNvSpPr/>
          <p:nvPr/>
        </p:nvSpPr>
        <p:spPr>
          <a:xfrm flipH="1">
            <a:off x="-4205191" y="3799251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1"/>
                </a:lnTo>
                <a:lnTo>
                  <a:pt x="13599606" y="7393241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4" name="Google Shape;224;p16" title="YXL Bilingual - Blue Stack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4500" y="1669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7"/>
          <p:cNvGrpSpPr/>
          <p:nvPr/>
        </p:nvGrpSpPr>
        <p:grpSpPr>
          <a:xfrm>
            <a:off x="-1015880" y="3709853"/>
            <a:ext cx="3005978" cy="3005978"/>
            <a:chOff x="0" y="0"/>
            <a:chExt cx="812800" cy="812800"/>
          </a:xfrm>
        </p:grpSpPr>
        <p:sp>
          <p:nvSpPr>
            <p:cNvPr id="231" name="Google Shape;23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394E"/>
            </a:solidFill>
            <a:ln>
              <a:noFill/>
            </a:ln>
          </p:spPr>
          <p:txBody>
            <a:bodyPr anchorCtr="0" anchor="ctr" bIns="57375" lIns="57375" spcFirstLastPara="1" rIns="57375" wrap="square" tIns="57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875" lIns="31875" spcFirstLastPara="1" rIns="31875" wrap="square" tIns="318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7"/>
          <p:cNvSpPr/>
          <p:nvPr/>
        </p:nvSpPr>
        <p:spPr>
          <a:xfrm>
            <a:off x="6103753" y="-1886475"/>
            <a:ext cx="7193791" cy="3910807"/>
          </a:xfrm>
          <a:custGeom>
            <a:rect b="b" l="l" r="r" t="t"/>
            <a:pathLst>
              <a:path extrusionOk="0" h="6232361" w="11464209">
                <a:moveTo>
                  <a:pt x="0" y="0"/>
                </a:moveTo>
                <a:lnTo>
                  <a:pt x="11464208" y="0"/>
                </a:lnTo>
                <a:lnTo>
                  <a:pt x="11464208" y="6232361"/>
                </a:lnTo>
                <a:lnTo>
                  <a:pt x="0" y="623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7"/>
          <p:cNvSpPr/>
          <p:nvPr/>
        </p:nvSpPr>
        <p:spPr>
          <a:xfrm flipH="1">
            <a:off x="-5932773" y="5212839"/>
            <a:ext cx="11054113" cy="4666603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7"/>
          <p:cNvSpPr txBox="1"/>
          <p:nvPr/>
        </p:nvSpPr>
        <p:spPr>
          <a:xfrm>
            <a:off x="773000" y="2551616"/>
            <a:ext cx="10511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YUEXUELE VIETNAM ACADEMIC TEAM</a:t>
            </a:r>
            <a:endParaRPr sz="700">
              <a:solidFill>
                <a:srgbClr val="EF394E"/>
              </a:solidFill>
            </a:endParaRPr>
          </a:p>
        </p:txBody>
      </p:sp>
      <p:pic>
        <p:nvPicPr>
          <p:cNvPr id="236" name="Google Shape;236;p17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/>
          <p:nvPr/>
        </p:nvSpPr>
        <p:spPr>
          <a:xfrm>
            <a:off x="-257770" y="-748625"/>
            <a:ext cx="5668162" cy="2363303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2"/>
                </a:lnTo>
                <a:lnTo>
                  <a:pt x="0" y="3796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8"/>
          <p:cNvSpPr/>
          <p:nvPr/>
        </p:nvSpPr>
        <p:spPr>
          <a:xfrm>
            <a:off x="-440275" y="-24121"/>
            <a:ext cx="6843739" cy="6022490"/>
          </a:xfrm>
          <a:custGeom>
            <a:rect b="b" l="l" r="r" t="t"/>
            <a:pathLst>
              <a:path extrusionOk="0" h="9674683" w="10993958">
                <a:moveTo>
                  <a:pt x="0" y="0"/>
                </a:moveTo>
                <a:lnTo>
                  <a:pt x="10993958" y="0"/>
                </a:lnTo>
                <a:lnTo>
                  <a:pt x="10993958" y="9674682"/>
                </a:lnTo>
                <a:lnTo>
                  <a:pt x="0" y="967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8"/>
          <p:cNvSpPr txBox="1"/>
          <p:nvPr/>
        </p:nvSpPr>
        <p:spPr>
          <a:xfrm>
            <a:off x="5101204" y="2371072"/>
            <a:ext cx="55137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</a:t>
            </a:r>
            <a:r>
              <a:rPr b="1" lang="en-US" sz="5900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</a:t>
            </a:r>
            <a:r>
              <a:rPr b="1" i="0" lang="en-US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</a:t>
            </a:r>
            <a:endParaRPr sz="900"/>
          </a:p>
        </p:txBody>
      </p:sp>
      <p:sp>
        <p:nvSpPr>
          <p:cNvPr id="245" name="Google Shape;245;p18"/>
          <p:cNvSpPr/>
          <p:nvPr/>
        </p:nvSpPr>
        <p:spPr>
          <a:xfrm>
            <a:off x="8968473" y="5132539"/>
            <a:ext cx="4642684" cy="1935737"/>
          </a:xfrm>
          <a:custGeom>
            <a:rect b="b" l="l" r="r" t="t"/>
            <a:pathLst>
              <a:path extrusionOk="0" h="3109618" w="7458127">
                <a:moveTo>
                  <a:pt x="0" y="0"/>
                </a:moveTo>
                <a:lnTo>
                  <a:pt x="7458126" y="0"/>
                </a:lnTo>
                <a:lnTo>
                  <a:pt x="7458126" y="3109617"/>
                </a:lnTo>
                <a:lnTo>
                  <a:pt x="0" y="3109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8"/>
          <p:cNvSpPr/>
          <p:nvPr/>
        </p:nvSpPr>
        <p:spPr>
          <a:xfrm flipH="1">
            <a:off x="-1965622" y="1299899"/>
            <a:ext cx="3046400" cy="1270177"/>
          </a:xfrm>
          <a:custGeom>
            <a:rect b="b" l="l" r="r" t="t"/>
            <a:pathLst>
              <a:path extrusionOk="0" h="2040445" w="4893815">
                <a:moveTo>
                  <a:pt x="4893815" y="0"/>
                </a:moveTo>
                <a:lnTo>
                  <a:pt x="0" y="0"/>
                </a:lnTo>
                <a:lnTo>
                  <a:pt x="0" y="2040445"/>
                </a:lnTo>
                <a:lnTo>
                  <a:pt x="4893815" y="2040445"/>
                </a:lnTo>
                <a:lnTo>
                  <a:pt x="4893815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7" name="Google Shape;247;p18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800" y="2298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5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 rot="296900">
            <a:off x="-176988" y="1843611"/>
            <a:ext cx="6138925" cy="5748267"/>
          </a:xfrm>
          <a:custGeom>
            <a:rect b="b" l="l" r="r" t="t"/>
            <a:pathLst>
              <a:path extrusionOk="0" h="9916610" w="10590554">
                <a:moveTo>
                  <a:pt x="0" y="0"/>
                </a:moveTo>
                <a:lnTo>
                  <a:pt x="10590554" y="0"/>
                </a:lnTo>
                <a:lnTo>
                  <a:pt x="10590554" y="9916610"/>
                </a:lnTo>
                <a:lnTo>
                  <a:pt x="0" y="9916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9"/>
          <p:cNvSpPr/>
          <p:nvPr/>
        </p:nvSpPr>
        <p:spPr>
          <a:xfrm flipH="1">
            <a:off x="8991574" y="-733497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9"/>
          <p:cNvSpPr txBox="1"/>
          <p:nvPr/>
        </p:nvSpPr>
        <p:spPr>
          <a:xfrm>
            <a:off x="5564686" y="1350781"/>
            <a:ext cx="41697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PRODUCTION PROCESS</a:t>
            </a:r>
            <a:endParaRPr sz="800"/>
          </a:p>
        </p:txBody>
      </p:sp>
      <p:sp>
        <p:nvSpPr>
          <p:cNvPr id="252" name="Google Shape;252;p19"/>
          <p:cNvSpPr/>
          <p:nvPr/>
        </p:nvSpPr>
        <p:spPr>
          <a:xfrm flipH="1">
            <a:off x="8042488" y="5135429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1"/>
                </a:lnTo>
                <a:lnTo>
                  <a:pt x="7315200" y="4030011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3" name="Google Shape;253;p19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6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>
            <a:off x="4869911" y="-2579757"/>
            <a:ext cx="10319744" cy="4446872"/>
          </a:xfrm>
          <a:custGeom>
            <a:rect b="b" l="l" r="r" t="t"/>
            <a:pathLst>
              <a:path extrusionOk="0" h="6285331" w="14586210">
                <a:moveTo>
                  <a:pt x="0" y="0"/>
                </a:moveTo>
                <a:lnTo>
                  <a:pt x="14586210" y="0"/>
                </a:lnTo>
                <a:lnTo>
                  <a:pt x="14586210" y="6285330"/>
                </a:lnTo>
                <a:lnTo>
                  <a:pt x="0" y="6285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0"/>
          <p:cNvSpPr txBox="1"/>
          <p:nvPr/>
        </p:nvSpPr>
        <p:spPr>
          <a:xfrm>
            <a:off x="533401" y="1819039"/>
            <a:ext cx="7750800" cy="24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CONTACT</a:t>
            </a:r>
            <a:endParaRPr sz="900"/>
          </a:p>
        </p:txBody>
      </p:sp>
      <p:grpSp>
        <p:nvGrpSpPr>
          <p:cNvPr id="257" name="Google Shape;257;p20"/>
          <p:cNvGrpSpPr/>
          <p:nvPr/>
        </p:nvGrpSpPr>
        <p:grpSpPr>
          <a:xfrm>
            <a:off x="7916878" y="1762349"/>
            <a:ext cx="4234119" cy="4234119"/>
            <a:chOff x="0" y="0"/>
            <a:chExt cx="812800" cy="812800"/>
          </a:xfrm>
        </p:grpSpPr>
        <p:sp>
          <p:nvSpPr>
            <p:cNvPr id="258" name="Google Shape;25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64725" lIns="64725" spcFirstLastPara="1" rIns="64725" wrap="square" tIns="64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20"/>
          <p:cNvSpPr/>
          <p:nvPr/>
        </p:nvSpPr>
        <p:spPr>
          <a:xfrm flipH="1">
            <a:off x="712231" y="4176221"/>
            <a:ext cx="12463402" cy="5261548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p20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1F386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1" type="body"/>
          </p:nvPr>
        </p:nvSpPr>
        <p:spPr>
          <a:xfrm>
            <a:off x="831850" y="4225669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65" name="Google Shape;265;p2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266" name="Google Shape;266;p21"/>
            <p:cNvGrpSpPr/>
            <p:nvPr/>
          </p:nvGrpSpPr>
          <p:grpSpPr>
            <a:xfrm>
              <a:off x="482992" y="4589028"/>
              <a:ext cx="8497082" cy="277009"/>
              <a:chOff x="1120971" y="6118869"/>
              <a:chExt cx="10851957" cy="369346"/>
            </a:xfrm>
          </p:grpSpPr>
          <p:pic>
            <p:nvPicPr>
              <p:cNvPr id="267" name="Google Shape;267;p2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68" name="Google Shape;268;p21"/>
              <p:cNvCxnSpPr>
                <a:stCxn id="26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269" name="Google Shape;269;p21" title="YXL Bilingual - Blue Stacked.png"/>
            <p:cNvPicPr preferRelativeResize="0"/>
            <p:nvPr/>
          </p:nvPicPr>
          <p:blipFill rotWithShape="1">
            <a:blip r:embed="rId3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0" name="Google Shape;270;p21" title="YXL Bilingual - White Stack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920" y="474133"/>
            <a:ext cx="2494134" cy="100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Text">
  <p:cSld name="Body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872067" y="449800"/>
            <a:ext cx="83748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398E"/>
              </a:buClr>
              <a:buSzPts val="3700"/>
              <a:buFont typeface="Cherry Cream Soda"/>
              <a:buNone/>
              <a:defRPr b="1" sz="3700">
                <a:solidFill>
                  <a:srgbClr val="29398E"/>
                </a:solidFill>
                <a:latin typeface="Cherry Cream Soda"/>
                <a:ea typeface="Cherry Cream Soda"/>
                <a:cs typeface="Cherry Cream Soda"/>
                <a:sym typeface="Cherry Cream Sod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1" type="body"/>
          </p:nvPr>
        </p:nvSpPr>
        <p:spPr>
          <a:xfrm>
            <a:off x="838200" y="1503433"/>
            <a:ext cx="93165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chitects Daughter"/>
              <a:buChar char="●"/>
              <a:defRPr sz="2100"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indent="-46355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2pPr>
            <a:lvl3pPr indent="-46355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3pPr>
            <a:lvl4pPr indent="-46355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4pPr>
            <a:lvl5pPr indent="-46355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5pPr>
            <a:lvl6pPr indent="-463550" lvl="5" marL="2743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6pPr>
            <a:lvl7pPr indent="-463550" lvl="6" marL="3200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7pPr>
            <a:lvl8pPr indent="-463550" lvl="7" marL="3657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8pPr>
            <a:lvl9pPr indent="-463550" lvl="8" marL="4114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9pPr>
          </a:lstStyle>
          <a:p/>
        </p:txBody>
      </p:sp>
      <p:pic>
        <p:nvPicPr>
          <p:cNvPr id="274" name="Google Shape;27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9120" y="5966661"/>
            <a:ext cx="523842" cy="523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7896" y="-1119527"/>
            <a:ext cx="2566287" cy="256591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>
            <p:ph idx="12" type="sldNum"/>
          </p:nvPr>
        </p:nvSpPr>
        <p:spPr>
          <a:xfrm>
            <a:off x="940456" y="6264531"/>
            <a:ext cx="364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00" lIns="60900" spcFirstLastPara="1" rIns="60900" wrap="square" tIns="60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 cap="flat" cmpd="sng" w="9525">
            <a:solidFill>
              <a:srgbClr val="D14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74C"/>
              </a:buClr>
              <a:buSzPts val="4400"/>
              <a:buFont typeface="Montserrat Black"/>
              <a:buNone/>
              <a:defRPr i="0" sz="4400" u="none" cap="none" strike="noStrike">
                <a:solidFill>
                  <a:srgbClr val="F5374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Relationship Id="rId4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hyperlink" Target="https://wordwall.net/play/102429/762/121" TargetMode="External"/><Relationship Id="rId8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9.png"/><Relationship Id="rId4" Type="http://schemas.openxmlformats.org/officeDocument/2006/relationships/image" Target="../media/image32.png"/><Relationship Id="rId5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51.png"/><Relationship Id="rId13" Type="http://schemas.openxmlformats.org/officeDocument/2006/relationships/image" Target="../media/image57.png"/><Relationship Id="rId12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9" Type="http://schemas.openxmlformats.org/officeDocument/2006/relationships/image" Target="../media/image52.png"/><Relationship Id="rId5" Type="http://schemas.openxmlformats.org/officeDocument/2006/relationships/image" Target="../media/image40.png"/><Relationship Id="rId6" Type="http://schemas.openxmlformats.org/officeDocument/2006/relationships/image" Target="../media/image48.png"/><Relationship Id="rId7" Type="http://schemas.openxmlformats.org/officeDocument/2006/relationships/image" Target="../media/image46.png"/><Relationship Id="rId8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4.png"/><Relationship Id="rId10" Type="http://schemas.openxmlformats.org/officeDocument/2006/relationships/image" Target="../media/image65.png"/><Relationship Id="rId13" Type="http://schemas.openxmlformats.org/officeDocument/2006/relationships/image" Target="../media/image62.png"/><Relationship Id="rId12" Type="http://schemas.openxmlformats.org/officeDocument/2006/relationships/image" Target="../media/image6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2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59.png"/><Relationship Id="rId8" Type="http://schemas.openxmlformats.org/officeDocument/2006/relationships/image" Target="../media/image6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/>
          <p:nvPr/>
        </p:nvSpPr>
        <p:spPr>
          <a:xfrm>
            <a:off x="2115375" y="25520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Unit 4 lesson 5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2207625" y="35063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三个苹果。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点名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Diǎnmíng</a:t>
            </a:r>
            <a:endParaRPr sz="2750">
              <a:solidFill>
                <a:srgbClr val="002060"/>
              </a:solidFill>
            </a:endParaRPr>
          </a:p>
        </p:txBody>
      </p:sp>
      <p:pic>
        <p:nvPicPr>
          <p:cNvPr id="288" name="Google Shape;288;p24" title="Ảnh chụp Màn hình 2025-08-20 lúc 12.04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042263" y="329350"/>
            <a:ext cx="6338551" cy="5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p25"/>
          <p:cNvPicPr preferRelativeResize="0"/>
          <p:nvPr/>
        </p:nvPicPr>
        <p:blipFill rotWithShape="1">
          <a:blip r:embed="rId3">
            <a:alphaModFix/>
          </a:blip>
          <a:srcRect b="35055" l="7630" r="6348" t="36099"/>
          <a:stretch/>
        </p:blipFill>
        <p:spPr>
          <a:xfrm rot="5400000">
            <a:off x="2667125" y="2151450"/>
            <a:ext cx="4828725" cy="22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title="Ảnh chụp Màn hình 2025-08-15 lúc 13.37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41313" y="1627856"/>
            <a:ext cx="2216497" cy="28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5999992" y="4146787"/>
            <a:ext cx="6325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40">
                <a:latin typeface="Montserrat"/>
                <a:ea typeface="Montserrat"/>
                <a:cs typeface="Montserrat"/>
                <a:sym typeface="Montserrat"/>
              </a:rPr>
              <a:t>sit nicely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2" name="Google Shape;302;p26"/>
          <p:cNvPicPr preferRelativeResize="0"/>
          <p:nvPr/>
        </p:nvPicPr>
        <p:blipFill rotWithShape="1">
          <a:blip r:embed="rId3">
            <a:alphaModFix/>
          </a:blip>
          <a:srcRect b="29504" l="7716" r="8320" t="21475"/>
          <a:stretch/>
        </p:blipFill>
        <p:spPr>
          <a:xfrm rot="5400000">
            <a:off x="3372200" y="1192761"/>
            <a:ext cx="5021125" cy="414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title="Ảnh chụp Màn hình 2025-08-15 lúc 13.41.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941128" y="2164982"/>
            <a:ext cx="2262275" cy="20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6135950" y="4146775"/>
            <a:ext cx="61899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40">
                <a:latin typeface="Montserrat"/>
                <a:ea typeface="Montserrat"/>
                <a:cs typeface="Montserrat"/>
                <a:sym typeface="Montserrat"/>
              </a:rPr>
              <a:t>listen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0" name="Google Shape;310;p27"/>
          <p:cNvPicPr preferRelativeResize="0"/>
          <p:nvPr/>
        </p:nvPicPr>
        <p:blipFill rotWithShape="1">
          <a:blip r:embed="rId3">
            <a:alphaModFix/>
          </a:blip>
          <a:srcRect b="22883" l="33903" r="34063" t="22147"/>
          <a:stretch/>
        </p:blipFill>
        <p:spPr>
          <a:xfrm rot="5400000">
            <a:off x="2648382" y="1977099"/>
            <a:ext cx="4245874" cy="409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/>
          <p:cNvPicPr preferRelativeResize="0"/>
          <p:nvPr/>
        </p:nvPicPr>
        <p:blipFill rotWithShape="1">
          <a:blip r:embed="rId4">
            <a:alphaModFix/>
          </a:blip>
          <a:srcRect b="14408" l="45320" r="39726" t="24305"/>
          <a:stretch/>
        </p:blipFill>
        <p:spPr>
          <a:xfrm rot="5400000">
            <a:off x="8520982" y="1095306"/>
            <a:ext cx="1777714" cy="409857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7677446" y="4093874"/>
            <a:ext cx="34647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600" lIns="105600" spcFirstLastPara="1" rIns="105600" wrap="square" tIns="1056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yes on me</a:t>
            </a:r>
            <a:endParaRPr sz="161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8" name="Google Shape;318;p28"/>
          <p:cNvPicPr preferRelativeResize="0"/>
          <p:nvPr/>
        </p:nvPicPr>
        <p:blipFill rotWithShape="1">
          <a:blip r:embed="rId3">
            <a:alphaModFix/>
          </a:blip>
          <a:srcRect b="13303" l="8726" r="10471" t="17189"/>
          <a:stretch/>
        </p:blipFill>
        <p:spPr>
          <a:xfrm rot="5400000">
            <a:off x="2138750" y="1535250"/>
            <a:ext cx="3958426" cy="4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8" title="Ảnh chụp Màn hình 2025-08-15 lúc 13.37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33850" y="1958547"/>
            <a:ext cx="2479184" cy="323924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 txBox="1"/>
          <p:nvPr/>
        </p:nvSpPr>
        <p:spPr>
          <a:xfrm>
            <a:off x="6101275" y="4607285"/>
            <a:ext cx="626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050" lIns="124050" spcFirstLastPara="1" rIns="124050" wrap="square" tIns="124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13">
                <a:latin typeface="Montserrat"/>
                <a:ea typeface="Montserrat"/>
                <a:cs typeface="Montserrat"/>
                <a:sym typeface="Montserrat"/>
              </a:rPr>
              <a:t>quiet</a:t>
            </a:r>
            <a:endParaRPr sz="27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9"/>
          <p:cNvPicPr preferRelativeResize="0"/>
          <p:nvPr/>
        </p:nvPicPr>
        <p:blipFill rotWithShape="1">
          <a:blip r:embed="rId3">
            <a:alphaModFix/>
          </a:blip>
          <a:srcRect b="14633" l="29258" r="29299" t="21688"/>
          <a:stretch/>
        </p:blipFill>
        <p:spPr>
          <a:xfrm>
            <a:off x="4054525" y="2155967"/>
            <a:ext cx="3851899" cy="33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 txBox="1"/>
          <p:nvPr/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206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开盲盒</a:t>
            </a:r>
            <a:endParaRPr sz="4400">
              <a:solidFill>
                <a:srgbClr val="00206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Kāi máng hé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7" name="Google Shape;327;p29"/>
          <p:cNvPicPr preferRelativeResize="0"/>
          <p:nvPr/>
        </p:nvPicPr>
        <p:blipFill rotWithShape="1">
          <a:blip r:embed="rId4">
            <a:alphaModFix/>
          </a:blip>
          <a:srcRect b="9609" l="7388" r="8073" t="19783"/>
          <a:stretch/>
        </p:blipFill>
        <p:spPr>
          <a:xfrm>
            <a:off x="2352968" y="1990453"/>
            <a:ext cx="7488677" cy="35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 title="Your paragraph text (22).png"/>
          <p:cNvPicPr preferRelativeResize="0"/>
          <p:nvPr/>
        </p:nvPicPr>
        <p:blipFill rotWithShape="1">
          <a:blip r:embed="rId5">
            <a:alphaModFix/>
          </a:blip>
          <a:srcRect b="7706" l="0" r="0" t="0"/>
          <a:stretch/>
        </p:blipFill>
        <p:spPr>
          <a:xfrm>
            <a:off x="621945" y="1990438"/>
            <a:ext cx="3282615" cy="42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9" title="Your paragraph text (36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68275" y="1774313"/>
            <a:ext cx="3405951" cy="481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9"/>
          <p:cNvSpPr/>
          <p:nvPr/>
        </p:nvSpPr>
        <p:spPr>
          <a:xfrm>
            <a:off x="2929875" y="1496138"/>
            <a:ext cx="2369700" cy="1470900"/>
          </a:xfrm>
          <a:prstGeom prst="wedgeEllipseCallout">
            <a:avLst>
              <a:gd fmla="val -63103" name="adj1"/>
              <a:gd fmla="val 23333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Montserrat"/>
                <a:ea typeface="Montserrat"/>
                <a:cs typeface="Montserrat"/>
                <a:sym typeface="Montserrat"/>
              </a:rPr>
              <a:t>几个梨?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Jǐ gè lí?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7465175" y="877313"/>
            <a:ext cx="2560500" cy="1470900"/>
          </a:xfrm>
          <a:prstGeom prst="wedgeEllipseCallout">
            <a:avLst>
              <a:gd fmla="val 45421" name="adj1"/>
              <a:gd fmla="val 58737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Montserrat"/>
                <a:ea typeface="Montserrat"/>
                <a:cs typeface="Montserrat"/>
                <a:sym typeface="Montserrat"/>
              </a:rPr>
              <a:t>五</a:t>
            </a:r>
            <a:r>
              <a:rPr lang="en-US" sz="3200">
                <a:latin typeface="Montserrat"/>
                <a:ea typeface="Montserrat"/>
                <a:cs typeface="Montserrat"/>
                <a:sym typeface="Montserrat"/>
              </a:rPr>
              <a:t>个梨</a:t>
            </a:r>
            <a:r>
              <a:rPr lang="en-US" sz="3200">
                <a:latin typeface="Montserrat"/>
                <a:ea typeface="Montserrat"/>
                <a:cs typeface="Montserrat"/>
                <a:sym typeface="Montserrat"/>
              </a:rPr>
              <a:t>。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wǔ</a:t>
            </a:r>
            <a:r>
              <a:rPr lang="en-US" sz="2200">
                <a:latin typeface="Montserrat"/>
                <a:ea typeface="Montserrat"/>
                <a:cs typeface="Montserrat"/>
                <a:sym typeface="Montserrat"/>
              </a:rPr>
              <a:t> gè lí.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29" title="Your paragraph text (43).png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15539" l="7886" r="7945" t="22940"/>
          <a:stretch/>
        </p:blipFill>
        <p:spPr>
          <a:xfrm>
            <a:off x="10323919" y="209985"/>
            <a:ext cx="1634962" cy="169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读一读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Dú yi dú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52464" t="0"/>
          <a:stretch/>
        </p:blipFill>
        <p:spPr>
          <a:xfrm>
            <a:off x="2266388" y="1687275"/>
            <a:ext cx="7226725" cy="418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读一读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Dú yi dú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4" name="Google Shape;344;p31"/>
          <p:cNvPicPr preferRelativeResize="0"/>
          <p:nvPr/>
        </p:nvPicPr>
        <p:blipFill rotWithShape="1">
          <a:blip r:embed="rId3">
            <a:alphaModFix/>
          </a:blip>
          <a:srcRect b="390" l="52027" r="437" t="-390"/>
          <a:stretch/>
        </p:blipFill>
        <p:spPr>
          <a:xfrm>
            <a:off x="2266388" y="1687275"/>
            <a:ext cx="7226725" cy="418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读一读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Dú yi dú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0" name="Google Shape;350;p32"/>
          <p:cNvPicPr preferRelativeResize="0"/>
          <p:nvPr/>
        </p:nvPicPr>
        <p:blipFill rotWithShape="1">
          <a:blip r:embed="rId3">
            <a:alphaModFix/>
          </a:blip>
          <a:srcRect b="0" l="1281" r="52135" t="0"/>
          <a:stretch/>
        </p:blipFill>
        <p:spPr>
          <a:xfrm>
            <a:off x="2261875" y="1540200"/>
            <a:ext cx="7417250" cy="44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读一读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Dú yi dú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6" name="Google Shape;356;p33"/>
          <p:cNvPicPr preferRelativeResize="0"/>
          <p:nvPr/>
        </p:nvPicPr>
        <p:blipFill rotWithShape="1">
          <a:blip r:embed="rId3">
            <a:alphaModFix/>
          </a:blip>
          <a:srcRect b="0" l="52284" r="1131" t="0"/>
          <a:stretch/>
        </p:blipFill>
        <p:spPr>
          <a:xfrm>
            <a:off x="2261875" y="1540200"/>
            <a:ext cx="7417250" cy="44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读一读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Dú yi dú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2" name="Google Shape;362;p34"/>
          <p:cNvPicPr preferRelativeResize="0"/>
          <p:nvPr/>
        </p:nvPicPr>
        <p:blipFill rotWithShape="1">
          <a:blip r:embed="rId3">
            <a:alphaModFix/>
          </a:blip>
          <a:srcRect b="0" l="144" r="51850" t="0"/>
          <a:stretch/>
        </p:blipFill>
        <p:spPr>
          <a:xfrm>
            <a:off x="2193275" y="1332700"/>
            <a:ext cx="7795450" cy="45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读一读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Dú yi dú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8" name="Google Shape;368;p35"/>
          <p:cNvPicPr preferRelativeResize="0"/>
          <p:nvPr/>
        </p:nvPicPr>
        <p:blipFill rotWithShape="1">
          <a:blip r:embed="rId3">
            <a:alphaModFix/>
          </a:blip>
          <a:srcRect b="0" l="51389" r="604" t="0"/>
          <a:stretch/>
        </p:blipFill>
        <p:spPr>
          <a:xfrm>
            <a:off x="2193275" y="1332700"/>
            <a:ext cx="7795450" cy="45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是、不是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Shì, búshì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4" name="Google Shape;374;p36" title="Your paragraph text (17).png"/>
          <p:cNvPicPr preferRelativeResize="0"/>
          <p:nvPr/>
        </p:nvPicPr>
        <p:blipFill rotWithShape="1">
          <a:blip r:embed="rId3">
            <a:alphaModFix/>
          </a:blip>
          <a:srcRect b="22062" l="22254" r="20491" t="5813"/>
          <a:stretch/>
        </p:blipFill>
        <p:spPr>
          <a:xfrm>
            <a:off x="4483087" y="940388"/>
            <a:ext cx="2793325" cy="49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7" title="U4L5 - 是、不是.png"/>
          <p:cNvPicPr preferRelativeResize="0"/>
          <p:nvPr/>
        </p:nvPicPr>
        <p:blipFill rotWithShape="1">
          <a:blip r:embed="rId3">
            <a:alphaModFix/>
          </a:blip>
          <a:srcRect b="8627" l="13280" r="9284" t="21172"/>
          <a:stretch/>
        </p:blipFill>
        <p:spPr>
          <a:xfrm>
            <a:off x="3698838" y="237725"/>
            <a:ext cx="4794326" cy="614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7"/>
          <p:cNvSpPr/>
          <p:nvPr/>
        </p:nvSpPr>
        <p:spPr>
          <a:xfrm rot="-7598216">
            <a:off x="8022534" y="3413212"/>
            <a:ext cx="250862" cy="483243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109917"/>
          </a:solidFill>
          <a:ln cap="flat" cmpd="sng" w="9525">
            <a:solidFill>
              <a:srgbClr val="1099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37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是、不是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Shì, búshì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37"/>
          <p:cNvSpPr/>
          <p:nvPr/>
        </p:nvSpPr>
        <p:spPr>
          <a:xfrm rot="-7598216">
            <a:off x="8072290" y="4397855"/>
            <a:ext cx="250862" cy="483243"/>
          </a:xfrm>
          <a:prstGeom prst="halfFrame">
            <a:avLst>
              <a:gd fmla="val 33333" name="adj1"/>
              <a:gd fmla="val 33333" name="adj2"/>
            </a:avLst>
          </a:prstGeom>
          <a:solidFill>
            <a:srgbClr val="109917"/>
          </a:solidFill>
          <a:ln cap="flat" cmpd="sng" w="9525">
            <a:solidFill>
              <a:srgbClr val="1099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7"/>
          <p:cNvSpPr/>
          <p:nvPr/>
        </p:nvSpPr>
        <p:spPr>
          <a:xfrm rot="2568794">
            <a:off x="7920213" y="2597690"/>
            <a:ext cx="383602" cy="370019"/>
          </a:xfrm>
          <a:prstGeom prst="plus">
            <a:avLst>
              <a:gd fmla="val 40888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37"/>
          <p:cNvSpPr/>
          <p:nvPr/>
        </p:nvSpPr>
        <p:spPr>
          <a:xfrm rot="2568794">
            <a:off x="7925524" y="5577457"/>
            <a:ext cx="383602" cy="370019"/>
          </a:xfrm>
          <a:prstGeom prst="plus">
            <a:avLst>
              <a:gd fmla="val 40888" name="adj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8" title="Untitled design (6).png"/>
          <p:cNvPicPr preferRelativeResize="0"/>
          <p:nvPr/>
        </p:nvPicPr>
        <p:blipFill rotWithShape="1">
          <a:blip r:embed="rId3">
            <a:alphaModFix/>
          </a:blip>
          <a:srcRect b="24953" l="6811" r="5522" t="11128"/>
          <a:stretch/>
        </p:blipFill>
        <p:spPr>
          <a:xfrm>
            <a:off x="756250" y="2962800"/>
            <a:ext cx="3297695" cy="34007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390" name="Google Shape;390;p38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抽签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Chōuqiān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1" name="Google Shape;391;p38"/>
          <p:cNvPicPr preferRelativeResize="0"/>
          <p:nvPr/>
        </p:nvPicPr>
        <p:blipFill rotWithShape="1">
          <a:blip r:embed="rId4">
            <a:alphaModFix/>
          </a:blip>
          <a:srcRect b="1817" l="15380" r="18551" t="13264"/>
          <a:stretch/>
        </p:blipFill>
        <p:spPr>
          <a:xfrm>
            <a:off x="5798050" y="646300"/>
            <a:ext cx="5761475" cy="493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8" title="1.png"/>
          <p:cNvPicPr preferRelativeResize="0"/>
          <p:nvPr/>
        </p:nvPicPr>
        <p:blipFill rotWithShape="1">
          <a:blip r:embed="rId5">
            <a:alphaModFix/>
          </a:blip>
          <a:srcRect b="76515" l="0" r="68110" t="0"/>
          <a:stretch/>
        </p:blipFill>
        <p:spPr>
          <a:xfrm>
            <a:off x="7765866" y="2358684"/>
            <a:ext cx="456344" cy="47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8" title="1.png"/>
          <p:cNvPicPr preferRelativeResize="0"/>
          <p:nvPr/>
        </p:nvPicPr>
        <p:blipFill rotWithShape="1">
          <a:blip r:embed="rId5">
            <a:alphaModFix/>
          </a:blip>
          <a:srcRect b="76515" l="0" r="68110" t="0"/>
          <a:stretch/>
        </p:blipFill>
        <p:spPr>
          <a:xfrm>
            <a:off x="9654966" y="2358684"/>
            <a:ext cx="456344" cy="47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8" title="1.png"/>
          <p:cNvPicPr preferRelativeResize="0"/>
          <p:nvPr/>
        </p:nvPicPr>
        <p:blipFill rotWithShape="1">
          <a:blip r:embed="rId5">
            <a:alphaModFix/>
          </a:blip>
          <a:srcRect b="24869" l="1030" r="67080" t="51646"/>
          <a:stretch/>
        </p:blipFill>
        <p:spPr>
          <a:xfrm>
            <a:off x="9345806" y="1883357"/>
            <a:ext cx="456344" cy="47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8" title="1.png"/>
          <p:cNvPicPr preferRelativeResize="0"/>
          <p:nvPr/>
        </p:nvPicPr>
        <p:blipFill rotWithShape="1">
          <a:blip r:embed="rId5">
            <a:alphaModFix/>
          </a:blip>
          <a:srcRect b="117" l="32961" r="35148" t="76398"/>
          <a:stretch/>
        </p:blipFill>
        <p:spPr>
          <a:xfrm>
            <a:off x="7642936" y="2962796"/>
            <a:ext cx="456344" cy="47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8" title="1.png"/>
          <p:cNvPicPr preferRelativeResize="0"/>
          <p:nvPr/>
        </p:nvPicPr>
        <p:blipFill rotWithShape="1">
          <a:blip r:embed="rId5">
            <a:alphaModFix/>
          </a:blip>
          <a:srcRect b="117" l="32961" r="35148" t="76398"/>
          <a:stretch/>
        </p:blipFill>
        <p:spPr>
          <a:xfrm>
            <a:off x="7309523" y="2834011"/>
            <a:ext cx="456344" cy="475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8"/>
          <p:cNvSpPr/>
          <p:nvPr/>
        </p:nvSpPr>
        <p:spPr>
          <a:xfrm>
            <a:off x="2903475" y="872075"/>
            <a:ext cx="2729400" cy="344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Montserrat"/>
                <a:ea typeface="Montserrat"/>
                <a:cs typeface="Montserrat"/>
                <a:sym typeface="Montserrat"/>
              </a:rPr>
              <a:t>1. 一个橘子。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Yí gè júzi.</a:t>
            </a:r>
            <a:r>
              <a:rPr lang="en-US" sz="30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Montserrat"/>
                <a:ea typeface="Montserrat"/>
                <a:cs typeface="Montserrat"/>
                <a:sym typeface="Montserrat"/>
              </a:rPr>
              <a:t>2. 两个草莓。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 Liǎng gè cǎoméi.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Montserrat"/>
                <a:ea typeface="Montserrat"/>
                <a:cs typeface="Montserrat"/>
                <a:sym typeface="Montserrat"/>
              </a:rPr>
              <a:t>3. 两个梨。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Liǎng gè lí.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9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粘球大战</a:t>
            </a:r>
            <a:endParaRPr>
              <a:solidFill>
                <a:srgbClr val="002060"/>
              </a:solidFill>
            </a:endParaRPr>
          </a:p>
          <a:p>
            <a:pPr indent="0" lvl="0" marL="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Zhān qiú dàzhàn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3" name="Google Shape;403;p39" title="2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9270" y="1505873"/>
            <a:ext cx="1194203" cy="847149"/>
          </a:xfrm>
          <a:prstGeom prst="rect">
            <a:avLst/>
          </a:prstGeom>
          <a:noFill/>
          <a:ln cap="flat" cmpd="sng" w="74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4" name="Google Shape;404;p39" title="3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5331" y="598946"/>
            <a:ext cx="1194203" cy="847143"/>
          </a:xfrm>
          <a:prstGeom prst="rect">
            <a:avLst/>
          </a:prstGeom>
          <a:noFill/>
          <a:ln cap="flat" cmpd="sng" w="74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5" name="Google Shape;405;p39" title="4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82370" y="1505875"/>
            <a:ext cx="1194203" cy="847143"/>
          </a:xfrm>
          <a:prstGeom prst="rect">
            <a:avLst/>
          </a:prstGeom>
          <a:noFill/>
          <a:ln cap="flat" cmpd="sng" w="74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6" name="Google Shape;406;p39" title="5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89387" y="2410901"/>
            <a:ext cx="1194203" cy="847146"/>
          </a:xfrm>
          <a:prstGeom prst="rect">
            <a:avLst/>
          </a:prstGeom>
          <a:noFill/>
          <a:ln cap="flat" cmpd="sng" w="74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7" name="Google Shape;407;p39" title="6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23410" y="598946"/>
            <a:ext cx="1194203" cy="847143"/>
          </a:xfrm>
          <a:prstGeom prst="rect">
            <a:avLst/>
          </a:prstGeom>
          <a:noFill/>
          <a:ln cap="flat" cmpd="sng" w="74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8" name="Google Shape;408;p39" title="7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245464" y="1505868"/>
            <a:ext cx="1194203" cy="847149"/>
          </a:xfrm>
          <a:prstGeom prst="rect">
            <a:avLst/>
          </a:prstGeom>
          <a:noFill/>
          <a:ln cap="flat" cmpd="sng" w="74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9" name="Google Shape;409;p39"/>
          <p:cNvSpPr/>
          <p:nvPr/>
        </p:nvSpPr>
        <p:spPr>
          <a:xfrm>
            <a:off x="3640294" y="591375"/>
            <a:ext cx="3942900" cy="270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0" name="Google Shape;410;p39" title="Your paragraph text (34).png"/>
          <p:cNvPicPr preferRelativeResize="0"/>
          <p:nvPr/>
        </p:nvPicPr>
        <p:blipFill rotWithShape="1">
          <a:blip r:embed="rId9">
            <a:alphaModFix/>
          </a:blip>
          <a:srcRect b="48728" l="5468" r="55962" t="19682"/>
          <a:stretch/>
        </p:blipFill>
        <p:spPr>
          <a:xfrm>
            <a:off x="3354012" y="2913550"/>
            <a:ext cx="2990801" cy="34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9" title="1.png"/>
          <p:cNvPicPr preferRelativeResize="0"/>
          <p:nvPr/>
        </p:nvPicPr>
        <p:blipFill rotWithShape="1">
          <a:blip r:embed="rId10">
            <a:alphaModFix/>
          </a:blip>
          <a:srcRect b="0" l="14994" r="10849" t="55027"/>
          <a:stretch/>
        </p:blipFill>
        <p:spPr>
          <a:xfrm>
            <a:off x="3880294" y="1196800"/>
            <a:ext cx="3518877" cy="151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9" title="Your paragraph text (34).png"/>
          <p:cNvPicPr preferRelativeResize="0"/>
          <p:nvPr/>
        </p:nvPicPr>
        <p:blipFill rotWithShape="1">
          <a:blip r:embed="rId9">
            <a:alphaModFix/>
          </a:blip>
          <a:srcRect b="49619" l="60953" r="3904" t="18792"/>
          <a:stretch/>
        </p:blipFill>
        <p:spPr>
          <a:xfrm>
            <a:off x="8502900" y="2913550"/>
            <a:ext cx="2725100" cy="346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62750" y="1831162"/>
            <a:ext cx="897662" cy="89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1461742">
            <a:off x="6105384" y="2337903"/>
            <a:ext cx="897649" cy="8976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" name="Google Shape;415;p39"/>
          <p:cNvCxnSpPr/>
          <p:nvPr/>
        </p:nvCxnSpPr>
        <p:spPr>
          <a:xfrm flipH="1" rot="9339079">
            <a:off x="5830947" y="3209433"/>
            <a:ext cx="343449" cy="19629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9"/>
          <p:cNvCxnSpPr/>
          <p:nvPr/>
        </p:nvCxnSpPr>
        <p:spPr>
          <a:xfrm flipH="1" rot="9339079">
            <a:off x="5980113" y="3129776"/>
            <a:ext cx="343449" cy="196292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9"/>
          <p:cNvCxnSpPr/>
          <p:nvPr/>
        </p:nvCxnSpPr>
        <p:spPr>
          <a:xfrm flipH="1" rot="6022592">
            <a:off x="8460928" y="2892958"/>
            <a:ext cx="343111" cy="19641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39"/>
          <p:cNvCxnSpPr/>
          <p:nvPr/>
        </p:nvCxnSpPr>
        <p:spPr>
          <a:xfrm flipH="1" rot="6022592">
            <a:off x="8480501" y="2724991"/>
            <a:ext cx="343111" cy="19641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9" name="Google Shape;419;p39" title="Your paragraph text (23).png"/>
          <p:cNvPicPr preferRelativeResize="0"/>
          <p:nvPr/>
        </p:nvPicPr>
        <p:blipFill rotWithShape="1">
          <a:blip r:embed="rId12">
            <a:alphaModFix/>
          </a:blip>
          <a:srcRect b="7347" l="14624" r="0" t="0"/>
          <a:stretch/>
        </p:blipFill>
        <p:spPr>
          <a:xfrm>
            <a:off x="1176225" y="1446100"/>
            <a:ext cx="3207574" cy="49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9" title="1(1)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989370" y="600844"/>
            <a:ext cx="1194225" cy="84716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0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粘球大战</a:t>
            </a:r>
            <a:endParaRPr>
              <a:solidFill>
                <a:srgbClr val="002060"/>
              </a:solidFill>
            </a:endParaRPr>
          </a:p>
          <a:p>
            <a:pPr indent="0" lvl="0" marL="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Zhān qiú dàzhàn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6" name="Google Shape;426;p40" title="1.png"/>
          <p:cNvPicPr preferRelativeResize="0"/>
          <p:nvPr/>
        </p:nvPicPr>
        <p:blipFill rotWithShape="1">
          <a:blip r:embed="rId3">
            <a:alphaModFix/>
          </a:blip>
          <a:srcRect b="-575" l="0" r="0" t="50925"/>
          <a:stretch/>
        </p:blipFill>
        <p:spPr>
          <a:xfrm>
            <a:off x="441562" y="1779300"/>
            <a:ext cx="11308874" cy="398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粘球大战</a:t>
            </a:r>
            <a:endParaRPr>
              <a:solidFill>
                <a:srgbClr val="002060"/>
              </a:solidFill>
            </a:endParaRPr>
          </a:p>
          <a:p>
            <a:pPr indent="0" lvl="0" marL="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Zhān qiú dàzhàn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2" name="Google Shape;432;p41" title="3.png"/>
          <p:cNvPicPr preferRelativeResize="0"/>
          <p:nvPr/>
        </p:nvPicPr>
        <p:blipFill rotWithShape="1">
          <a:blip r:embed="rId3">
            <a:alphaModFix/>
          </a:blip>
          <a:srcRect b="50772" l="0" r="0" t="0"/>
          <a:stretch/>
        </p:blipFill>
        <p:spPr>
          <a:xfrm>
            <a:off x="164775" y="1603975"/>
            <a:ext cx="11862448" cy="41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粘球大战</a:t>
            </a:r>
            <a:endParaRPr>
              <a:solidFill>
                <a:srgbClr val="002060"/>
              </a:solidFill>
            </a:endParaRPr>
          </a:p>
          <a:p>
            <a:pPr indent="0" lvl="0" marL="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Zhān qiú dàzhàn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8" name="Google Shape;438;p42" title="2.png"/>
          <p:cNvPicPr preferRelativeResize="0"/>
          <p:nvPr/>
        </p:nvPicPr>
        <p:blipFill rotWithShape="1">
          <a:blip r:embed="rId3">
            <a:alphaModFix/>
          </a:blip>
          <a:srcRect b="50350" l="0" r="0" t="0"/>
          <a:stretch/>
        </p:blipFill>
        <p:spPr>
          <a:xfrm>
            <a:off x="399025" y="1779275"/>
            <a:ext cx="11393949" cy="401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粘球大战</a:t>
            </a:r>
            <a:endParaRPr>
              <a:solidFill>
                <a:srgbClr val="002060"/>
              </a:solidFill>
            </a:endParaRPr>
          </a:p>
          <a:p>
            <a:pPr indent="0" lvl="0" marL="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Zhān qiú dàzhàn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4" name="Google Shape;444;p43" title="3.png"/>
          <p:cNvPicPr preferRelativeResize="0"/>
          <p:nvPr/>
        </p:nvPicPr>
        <p:blipFill rotWithShape="1">
          <a:blip r:embed="rId3">
            <a:alphaModFix/>
          </a:blip>
          <a:srcRect b="-1137" l="0" r="0" t="51910"/>
          <a:stretch/>
        </p:blipFill>
        <p:spPr>
          <a:xfrm>
            <a:off x="164775" y="1603975"/>
            <a:ext cx="11862448" cy="41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4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粘球大战</a:t>
            </a:r>
            <a:endParaRPr>
              <a:solidFill>
                <a:srgbClr val="002060"/>
              </a:solidFill>
            </a:endParaRPr>
          </a:p>
          <a:p>
            <a:pPr indent="0" lvl="0" marL="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Zhān qiú dàzhàn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0" name="Google Shape;450;p44" title="2.png"/>
          <p:cNvPicPr preferRelativeResize="0"/>
          <p:nvPr/>
        </p:nvPicPr>
        <p:blipFill rotWithShape="1">
          <a:blip r:embed="rId3">
            <a:alphaModFix/>
          </a:blip>
          <a:srcRect b="0" l="0" r="0" t="53192"/>
          <a:stretch/>
        </p:blipFill>
        <p:spPr>
          <a:xfrm>
            <a:off x="629725" y="2063225"/>
            <a:ext cx="11237350" cy="3731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粘球大战</a:t>
            </a:r>
            <a:endParaRPr>
              <a:solidFill>
                <a:srgbClr val="002060"/>
              </a:solidFill>
            </a:endParaRPr>
          </a:p>
          <a:p>
            <a:pPr indent="0" lvl="0" marL="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Zhān qiú dàzhàn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6" name="Google Shape;456;p45" title="4.png"/>
          <p:cNvPicPr preferRelativeResize="0"/>
          <p:nvPr/>
        </p:nvPicPr>
        <p:blipFill rotWithShape="1">
          <a:blip r:embed="rId3">
            <a:alphaModFix/>
          </a:blip>
          <a:srcRect b="50775" l="0" r="0" t="0"/>
          <a:stretch/>
        </p:blipFill>
        <p:spPr>
          <a:xfrm>
            <a:off x="409151" y="1803400"/>
            <a:ext cx="11335352" cy="39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6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粘球大战</a:t>
            </a:r>
            <a:endParaRPr>
              <a:solidFill>
                <a:srgbClr val="002060"/>
              </a:solidFill>
            </a:endParaRPr>
          </a:p>
          <a:p>
            <a:pPr indent="0" lvl="0" marL="0" marR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Zhān qiú dàzhàn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2" name="Google Shape;462;p46" title="1.png"/>
          <p:cNvPicPr preferRelativeResize="0"/>
          <p:nvPr/>
        </p:nvPicPr>
        <p:blipFill rotWithShape="1">
          <a:blip r:embed="rId3">
            <a:alphaModFix/>
          </a:blip>
          <a:srcRect b="50350" l="0" r="0" t="0"/>
          <a:stretch/>
        </p:blipFill>
        <p:spPr>
          <a:xfrm>
            <a:off x="441562" y="1779300"/>
            <a:ext cx="11308874" cy="398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7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跳跳糖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Tiào tiào táng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8" name="Google Shape;468;p47" title="1.png"/>
          <p:cNvPicPr preferRelativeResize="0"/>
          <p:nvPr/>
        </p:nvPicPr>
        <p:blipFill rotWithShape="1">
          <a:blip r:embed="rId3">
            <a:alphaModFix/>
          </a:blip>
          <a:srcRect b="50391" l="0" r="0" t="2461"/>
          <a:stretch/>
        </p:blipFill>
        <p:spPr>
          <a:xfrm>
            <a:off x="10980354" y="5435499"/>
            <a:ext cx="876959" cy="584830"/>
          </a:xfrm>
          <a:prstGeom prst="rect">
            <a:avLst/>
          </a:prstGeom>
          <a:noFill/>
          <a:ln cap="flat" cmpd="sng" w="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9" name="Google Shape;469;p47" title="2.png"/>
          <p:cNvPicPr preferRelativeResize="0"/>
          <p:nvPr/>
        </p:nvPicPr>
        <p:blipFill rotWithShape="1">
          <a:blip r:embed="rId4">
            <a:alphaModFix/>
          </a:blip>
          <a:srcRect b="0" l="0" r="0" t="54319"/>
          <a:stretch/>
        </p:blipFill>
        <p:spPr>
          <a:xfrm>
            <a:off x="7369280" y="5435322"/>
            <a:ext cx="905674" cy="585175"/>
          </a:xfrm>
          <a:prstGeom prst="rect">
            <a:avLst/>
          </a:prstGeom>
          <a:noFill/>
          <a:ln cap="flat" cmpd="sng" w="2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0" name="Google Shape;470;p47" title="3.png"/>
          <p:cNvPicPr preferRelativeResize="0"/>
          <p:nvPr/>
        </p:nvPicPr>
        <p:blipFill rotWithShape="1">
          <a:blip r:embed="rId5">
            <a:alphaModFix/>
          </a:blip>
          <a:srcRect b="51122" l="0" r="0" t="2957"/>
          <a:stretch/>
        </p:blipFill>
        <p:spPr>
          <a:xfrm>
            <a:off x="10944197" y="3632057"/>
            <a:ext cx="909517" cy="590725"/>
          </a:xfrm>
          <a:prstGeom prst="rect">
            <a:avLst/>
          </a:prstGeom>
          <a:noFill/>
          <a:ln cap="flat" cmpd="sng" w="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1" name="Google Shape;471;p47" title="4.png"/>
          <p:cNvPicPr preferRelativeResize="0"/>
          <p:nvPr/>
        </p:nvPicPr>
        <p:blipFill rotWithShape="1">
          <a:blip r:embed="rId6">
            <a:alphaModFix/>
          </a:blip>
          <a:srcRect b="50383" l="0" r="0" t="3696"/>
          <a:stretch/>
        </p:blipFill>
        <p:spPr>
          <a:xfrm>
            <a:off x="10052487" y="3631959"/>
            <a:ext cx="900743" cy="585015"/>
          </a:xfrm>
          <a:prstGeom prst="rect">
            <a:avLst/>
          </a:prstGeom>
          <a:noFill/>
          <a:ln cap="flat" cmpd="sng" w="17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2" name="Google Shape;472;p47" title="5.png"/>
          <p:cNvPicPr preferRelativeResize="0"/>
          <p:nvPr/>
        </p:nvPicPr>
        <p:blipFill rotWithShape="1">
          <a:blip r:embed="rId7">
            <a:alphaModFix/>
          </a:blip>
          <a:srcRect b="51122" l="0" r="0" t="2957"/>
          <a:stretch/>
        </p:blipFill>
        <p:spPr>
          <a:xfrm>
            <a:off x="8255231" y="3635004"/>
            <a:ext cx="900449" cy="584845"/>
          </a:xfrm>
          <a:prstGeom prst="rect">
            <a:avLst/>
          </a:prstGeom>
          <a:noFill/>
          <a:ln cap="flat" cmpd="sng" w="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3" name="Google Shape;473;p47" title="6.png"/>
          <p:cNvPicPr preferRelativeResize="0"/>
          <p:nvPr/>
        </p:nvPicPr>
        <p:blipFill rotWithShape="1">
          <a:blip r:embed="rId8">
            <a:alphaModFix/>
          </a:blip>
          <a:srcRect b="50383" l="0" r="0" t="3696"/>
          <a:stretch/>
        </p:blipFill>
        <p:spPr>
          <a:xfrm>
            <a:off x="9156716" y="3632039"/>
            <a:ext cx="900449" cy="584845"/>
          </a:xfrm>
          <a:prstGeom prst="rect">
            <a:avLst/>
          </a:prstGeom>
          <a:noFill/>
          <a:ln cap="flat" cmpd="sng" w="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4" name="Google Shape;474;p47" title="7.png"/>
          <p:cNvPicPr preferRelativeResize="0"/>
          <p:nvPr/>
        </p:nvPicPr>
        <p:blipFill rotWithShape="1">
          <a:blip r:embed="rId9">
            <a:alphaModFix/>
          </a:blip>
          <a:srcRect b="51862" l="0" r="0" t="2217"/>
          <a:stretch/>
        </p:blipFill>
        <p:spPr>
          <a:xfrm>
            <a:off x="4662808" y="3627916"/>
            <a:ext cx="895002" cy="581295"/>
          </a:xfrm>
          <a:prstGeom prst="rect">
            <a:avLst/>
          </a:prstGeom>
          <a:noFill/>
          <a:ln cap="flat" cmpd="sng" w="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5" name="Google Shape;475;p47" title="8.png"/>
          <p:cNvPicPr preferRelativeResize="0"/>
          <p:nvPr/>
        </p:nvPicPr>
        <p:blipFill rotWithShape="1">
          <a:blip r:embed="rId10">
            <a:alphaModFix/>
          </a:blip>
          <a:srcRect b="-4" l="0" r="0" t="54084"/>
          <a:stretch/>
        </p:blipFill>
        <p:spPr>
          <a:xfrm>
            <a:off x="3763601" y="5432531"/>
            <a:ext cx="895002" cy="581295"/>
          </a:xfrm>
          <a:prstGeom prst="rect">
            <a:avLst/>
          </a:prstGeom>
          <a:noFill/>
          <a:ln cap="flat" cmpd="sng" w="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6" name="Google Shape;476;p47" title="9.png"/>
          <p:cNvPicPr preferRelativeResize="0"/>
          <p:nvPr/>
        </p:nvPicPr>
        <p:blipFill rotWithShape="1">
          <a:blip r:embed="rId11">
            <a:alphaModFix/>
          </a:blip>
          <a:srcRect b="51122" l="0" r="0" t="2957"/>
          <a:stretch/>
        </p:blipFill>
        <p:spPr>
          <a:xfrm>
            <a:off x="4659069" y="5432537"/>
            <a:ext cx="895002" cy="581295"/>
          </a:xfrm>
          <a:prstGeom prst="rect">
            <a:avLst/>
          </a:prstGeom>
          <a:noFill/>
          <a:ln cap="flat" cmpd="sng" w="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7" name="Google Shape;477;p47" title="10.png"/>
          <p:cNvPicPr preferRelativeResize="0"/>
          <p:nvPr/>
        </p:nvPicPr>
        <p:blipFill rotWithShape="1">
          <a:blip r:embed="rId12">
            <a:alphaModFix/>
          </a:blip>
          <a:srcRect b="-4" l="0" r="0" t="54084"/>
          <a:stretch/>
        </p:blipFill>
        <p:spPr>
          <a:xfrm>
            <a:off x="7357449" y="3632058"/>
            <a:ext cx="909541" cy="590735"/>
          </a:xfrm>
          <a:prstGeom prst="rect">
            <a:avLst/>
          </a:prstGeom>
          <a:noFill/>
          <a:ln cap="flat" cmpd="sng" w="2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8" name="Google Shape;478;p47" title="2.png"/>
          <p:cNvPicPr preferRelativeResize="0"/>
          <p:nvPr/>
        </p:nvPicPr>
        <p:blipFill rotWithShape="1">
          <a:blip r:embed="rId4">
            <a:alphaModFix/>
          </a:blip>
          <a:srcRect b="52304" l="0" r="0" t="2014"/>
          <a:stretch/>
        </p:blipFill>
        <p:spPr>
          <a:xfrm>
            <a:off x="8274953" y="5435322"/>
            <a:ext cx="905674" cy="585175"/>
          </a:xfrm>
          <a:prstGeom prst="rect">
            <a:avLst/>
          </a:prstGeom>
          <a:noFill/>
          <a:ln cap="flat" cmpd="sng" w="2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9" name="Google Shape;479;p47" title="10.png"/>
          <p:cNvPicPr preferRelativeResize="0"/>
          <p:nvPr/>
        </p:nvPicPr>
        <p:blipFill rotWithShape="1">
          <a:blip r:embed="rId12">
            <a:alphaModFix/>
          </a:blip>
          <a:srcRect b="50847" l="0" r="0" t="3232"/>
          <a:stretch/>
        </p:blipFill>
        <p:spPr>
          <a:xfrm>
            <a:off x="5554542" y="5432538"/>
            <a:ext cx="909541" cy="590735"/>
          </a:xfrm>
          <a:prstGeom prst="rect">
            <a:avLst/>
          </a:prstGeom>
          <a:noFill/>
          <a:ln cap="flat" cmpd="sng" w="2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0" name="Google Shape;480;p47" title="8.png"/>
          <p:cNvPicPr preferRelativeResize="0"/>
          <p:nvPr/>
        </p:nvPicPr>
        <p:blipFill rotWithShape="1">
          <a:blip r:embed="rId10">
            <a:alphaModFix/>
          </a:blip>
          <a:srcRect b="50383" l="0" r="0" t="3696"/>
          <a:stretch/>
        </p:blipFill>
        <p:spPr>
          <a:xfrm>
            <a:off x="3770724" y="3627923"/>
            <a:ext cx="895002" cy="581295"/>
          </a:xfrm>
          <a:prstGeom prst="rect">
            <a:avLst/>
          </a:prstGeom>
          <a:noFill/>
          <a:ln cap="flat" cmpd="sng" w="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1" name="Google Shape;481;p47" title="9.png"/>
          <p:cNvPicPr preferRelativeResize="0"/>
          <p:nvPr/>
        </p:nvPicPr>
        <p:blipFill rotWithShape="1">
          <a:blip r:embed="rId11">
            <a:alphaModFix/>
          </a:blip>
          <a:srcRect b="1588" l="0" r="0" t="52491"/>
          <a:stretch/>
        </p:blipFill>
        <p:spPr>
          <a:xfrm>
            <a:off x="9180151" y="5437266"/>
            <a:ext cx="895002" cy="581295"/>
          </a:xfrm>
          <a:prstGeom prst="rect">
            <a:avLst/>
          </a:prstGeom>
          <a:noFill/>
          <a:ln cap="flat" cmpd="sng" w="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2" name="Google Shape;482;p47" title="7.png"/>
          <p:cNvPicPr preferRelativeResize="0"/>
          <p:nvPr/>
        </p:nvPicPr>
        <p:blipFill rotWithShape="1">
          <a:blip r:embed="rId9">
            <a:alphaModFix/>
          </a:blip>
          <a:srcRect b="1588" l="0" r="0" t="52491"/>
          <a:stretch/>
        </p:blipFill>
        <p:spPr>
          <a:xfrm>
            <a:off x="5567250" y="3632046"/>
            <a:ext cx="900467" cy="584835"/>
          </a:xfrm>
          <a:prstGeom prst="rect">
            <a:avLst/>
          </a:prstGeom>
          <a:noFill/>
          <a:ln cap="flat" cmpd="sng" w="1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3" name="Google Shape;483;p47" title="6.png"/>
          <p:cNvPicPr preferRelativeResize="0"/>
          <p:nvPr/>
        </p:nvPicPr>
        <p:blipFill rotWithShape="1">
          <a:blip r:embed="rId8">
            <a:alphaModFix/>
          </a:blip>
          <a:srcRect b="849" l="0" r="0" t="53230"/>
          <a:stretch/>
        </p:blipFill>
        <p:spPr>
          <a:xfrm>
            <a:off x="2862405" y="5435396"/>
            <a:ext cx="900729" cy="585015"/>
          </a:xfrm>
          <a:prstGeom prst="rect">
            <a:avLst/>
          </a:prstGeom>
          <a:noFill/>
          <a:ln cap="flat" cmpd="sng" w="17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4" name="Google Shape;484;p47" title="5.png"/>
          <p:cNvPicPr preferRelativeResize="0"/>
          <p:nvPr/>
        </p:nvPicPr>
        <p:blipFill rotWithShape="1">
          <a:blip r:embed="rId7">
            <a:alphaModFix/>
          </a:blip>
          <a:srcRect b="849" l="0" r="0" t="53230"/>
          <a:stretch/>
        </p:blipFill>
        <p:spPr>
          <a:xfrm>
            <a:off x="6468792" y="3632042"/>
            <a:ext cx="900449" cy="584845"/>
          </a:xfrm>
          <a:prstGeom prst="rect">
            <a:avLst/>
          </a:prstGeom>
          <a:noFill/>
          <a:ln cap="flat" cmpd="sng" w="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5" name="Google Shape;485;p47" title="4.png"/>
          <p:cNvPicPr preferRelativeResize="0"/>
          <p:nvPr/>
        </p:nvPicPr>
        <p:blipFill rotWithShape="1">
          <a:blip r:embed="rId6">
            <a:alphaModFix/>
          </a:blip>
          <a:srcRect b="110" l="0" r="0" t="53969"/>
          <a:stretch/>
        </p:blipFill>
        <p:spPr>
          <a:xfrm>
            <a:off x="10086308" y="5430675"/>
            <a:ext cx="900743" cy="585015"/>
          </a:xfrm>
          <a:prstGeom prst="rect">
            <a:avLst/>
          </a:prstGeom>
          <a:noFill/>
          <a:ln cap="flat" cmpd="sng" w="17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6" name="Google Shape;486;p47" title="3.png"/>
          <p:cNvPicPr preferRelativeResize="0"/>
          <p:nvPr/>
        </p:nvPicPr>
        <p:blipFill rotWithShape="1">
          <a:blip r:embed="rId5">
            <a:alphaModFix/>
          </a:blip>
          <a:srcRect b="849" l="0" r="0" t="53230"/>
          <a:stretch/>
        </p:blipFill>
        <p:spPr>
          <a:xfrm>
            <a:off x="2864498" y="3626057"/>
            <a:ext cx="900729" cy="585015"/>
          </a:xfrm>
          <a:prstGeom prst="rect">
            <a:avLst/>
          </a:prstGeom>
          <a:noFill/>
          <a:ln cap="flat" cmpd="sng" w="17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7" name="Google Shape;487;p47" title="Your paragraph text (23).png"/>
          <p:cNvPicPr preferRelativeResize="0"/>
          <p:nvPr/>
        </p:nvPicPr>
        <p:blipFill rotWithShape="1">
          <a:blip r:embed="rId13">
            <a:alphaModFix/>
          </a:blip>
          <a:srcRect b="32903" l="14624" r="0" t="0"/>
          <a:stretch/>
        </p:blipFill>
        <p:spPr>
          <a:xfrm>
            <a:off x="402019" y="2418254"/>
            <a:ext cx="3625924" cy="40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7" title="1.png"/>
          <p:cNvPicPr preferRelativeResize="0"/>
          <p:nvPr/>
        </p:nvPicPr>
        <p:blipFill rotWithShape="1">
          <a:blip r:embed="rId3">
            <a:alphaModFix/>
          </a:blip>
          <a:srcRect b="-909" l="0" r="0" t="53762"/>
          <a:stretch/>
        </p:blipFill>
        <p:spPr>
          <a:xfrm>
            <a:off x="6476029" y="5435499"/>
            <a:ext cx="876959" cy="584830"/>
          </a:xfrm>
          <a:prstGeom prst="rect">
            <a:avLst/>
          </a:prstGeom>
          <a:noFill/>
          <a:ln cap="flat" cmpd="sng" w="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9" name="Google Shape;489;p47" title="Your paragraph text (43)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56663" y="1687275"/>
            <a:ext cx="2938624" cy="41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7"/>
          <p:cNvSpPr/>
          <p:nvPr/>
        </p:nvSpPr>
        <p:spPr>
          <a:xfrm>
            <a:off x="9415150" y="1400950"/>
            <a:ext cx="1209300" cy="1017300"/>
          </a:xfrm>
          <a:prstGeom prst="wedgeEllipseCallout">
            <a:avLst>
              <a:gd fmla="val -51352" name="adj1"/>
              <a:gd fmla="val 52816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三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sān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1" name="Google Shape;491;p47" title="Your paragraph text (43)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651727" y="-48115"/>
            <a:ext cx="2938624" cy="41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7"/>
          <p:cNvSpPr/>
          <p:nvPr/>
        </p:nvSpPr>
        <p:spPr>
          <a:xfrm>
            <a:off x="6143690" y="751710"/>
            <a:ext cx="1209300" cy="1017300"/>
          </a:xfrm>
          <a:prstGeom prst="wedgeEllipseCallout">
            <a:avLst>
              <a:gd fmla="val 75079" name="adj1"/>
              <a:gd fmla="val -15378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个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gè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3" name="Google Shape;493;p47" title="Your paragraph text (43)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831673" y="1771296"/>
            <a:ext cx="2938624" cy="41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7"/>
          <p:cNvSpPr/>
          <p:nvPr/>
        </p:nvSpPr>
        <p:spPr>
          <a:xfrm>
            <a:off x="4335425" y="1400950"/>
            <a:ext cx="2014500" cy="866700"/>
          </a:xfrm>
          <a:prstGeom prst="wedgeEllipseCallout">
            <a:avLst>
              <a:gd fmla="val 28544" name="adj1"/>
              <a:gd fmla="val 68467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Montserrat"/>
                <a:ea typeface="Montserrat"/>
                <a:cs typeface="Montserrat"/>
                <a:sym typeface="Montserrat"/>
              </a:rPr>
              <a:t>苹果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</a:rPr>
              <a:t>píngguǒ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47"/>
          <p:cNvSpPr/>
          <p:nvPr/>
        </p:nvSpPr>
        <p:spPr>
          <a:xfrm>
            <a:off x="5903725" y="939825"/>
            <a:ext cx="3276900" cy="1017300"/>
          </a:xfrm>
          <a:prstGeom prst="wedgeEllipseCallout">
            <a:avLst>
              <a:gd fmla="val -29624" name="adj1"/>
              <a:gd fmla="val 83405" name="adj2"/>
            </a:avLst>
          </a:prstGeom>
          <a:solidFill>
            <a:srgbClr val="FFFFFF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250" lIns="79250" spcFirstLastPara="1" rIns="79250" wrap="square" tIns="7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三个苹果。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Sān gè píngguǒ.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47"/>
          <p:cNvSpPr/>
          <p:nvPr/>
        </p:nvSpPr>
        <p:spPr>
          <a:xfrm>
            <a:off x="1058525" y="1771300"/>
            <a:ext cx="3276900" cy="1017300"/>
          </a:xfrm>
          <a:prstGeom prst="wedgeEllipseCallout">
            <a:avLst>
              <a:gd fmla="val -30623" name="adj1"/>
              <a:gd fmla="val 74191" name="adj2"/>
            </a:avLst>
          </a:prstGeom>
          <a:solidFill>
            <a:srgbClr val="FFFFFF"/>
          </a:solidFill>
          <a:ln cap="flat" cmpd="sng" w="8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250" lIns="79250" spcFirstLastPara="1" rIns="79250" wrap="square" tIns="7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三个苹果</a:t>
            </a:r>
            <a:r>
              <a:rPr lang="en-US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。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Sān gè píngguǒ.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8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画一画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Huà yi huà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2" name="Google Shape;5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674" y="523336"/>
            <a:ext cx="3846153" cy="5354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"/>
          <p:cNvSpPr/>
          <p:nvPr/>
        </p:nvSpPr>
        <p:spPr>
          <a:xfrm>
            <a:off x="3639800" y="5990375"/>
            <a:ext cx="1038600" cy="39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49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画一画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Huà yi huà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9" name="Google Shape;509;p49" title="U4L5 - 画一画.png"/>
          <p:cNvPicPr preferRelativeResize="0"/>
          <p:nvPr/>
        </p:nvPicPr>
        <p:blipFill rotWithShape="1">
          <a:blip r:embed="rId3">
            <a:alphaModFix/>
          </a:blip>
          <a:srcRect b="46214" l="0" r="0" t="22500"/>
          <a:stretch/>
        </p:blipFill>
        <p:spPr>
          <a:xfrm>
            <a:off x="814175" y="1687275"/>
            <a:ext cx="10131151" cy="44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0"/>
          <p:cNvSpPr/>
          <p:nvPr/>
        </p:nvSpPr>
        <p:spPr>
          <a:xfrm>
            <a:off x="3639800" y="5990375"/>
            <a:ext cx="1038600" cy="39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50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en-US">
                <a:solidFill>
                  <a:srgbClr val="002060"/>
                </a:solidFill>
              </a:rPr>
              <a:t>画一画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Huà yi huà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6" name="Google Shape;516;p50" title="U4L5 - 画一画.png"/>
          <p:cNvPicPr preferRelativeResize="0"/>
          <p:nvPr/>
        </p:nvPicPr>
        <p:blipFill rotWithShape="1">
          <a:blip r:embed="rId3">
            <a:alphaModFix/>
          </a:blip>
          <a:srcRect b="7845" l="0" r="0" t="54938"/>
          <a:stretch/>
        </p:blipFill>
        <p:spPr>
          <a:xfrm>
            <a:off x="1418175" y="1687275"/>
            <a:ext cx="8923153" cy="46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50"/>
          <p:cNvSpPr/>
          <p:nvPr/>
        </p:nvSpPr>
        <p:spPr>
          <a:xfrm>
            <a:off x="2856200" y="270425"/>
            <a:ext cx="6047100" cy="1176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8" name="Google Shape;518;p50" title="Your paragraph text (42).png"/>
          <p:cNvPicPr preferRelativeResize="0"/>
          <p:nvPr/>
        </p:nvPicPr>
        <p:blipFill rotWithShape="1">
          <a:blip r:embed="rId4">
            <a:alphaModFix/>
          </a:blip>
          <a:srcRect b="86286" l="0" r="5606" t="2751"/>
          <a:stretch/>
        </p:blipFill>
        <p:spPr>
          <a:xfrm>
            <a:off x="2933875" y="368450"/>
            <a:ext cx="5797824" cy="9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1"/>
          <p:cNvSpPr txBox="1"/>
          <p:nvPr/>
        </p:nvSpPr>
        <p:spPr>
          <a:xfrm>
            <a:off x="5082875" y="2432775"/>
            <a:ext cx="786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再见！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Zàijiàn!</a:t>
            </a:r>
            <a:endParaRPr b="1" sz="3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Yuexuele theme">
  <a:themeElements>
    <a:clrScheme name="Office">
      <a:dk1>
        <a:srgbClr val="000000"/>
      </a:dk1>
      <a:lt1>
        <a:srgbClr val="F3F3F3"/>
      </a:lt1>
      <a:dk2>
        <a:srgbClr val="345585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