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9144000"/>
  <p:embeddedFontLst>
    <p:embeddedFont>
      <p:font typeface="Architects Daughter"/>
      <p:regular r:id="rId36"/>
    </p:embeddedFont>
    <p:embeddedFont>
      <p:font typeface="Montserrat Black"/>
      <p:bold r:id="rId37"/>
      <p:boldItalic r:id="rId38"/>
    </p:embeddedFont>
    <p:embeddedFont>
      <p:font typeface="Montserrat"/>
      <p:regular r:id="rId39"/>
      <p:bold r:id="rId40"/>
      <p:italic r:id="rId41"/>
      <p:boldItalic r:id="rId42"/>
    </p:embeddedFont>
    <p:embeddedFont>
      <p:font typeface="Cherry Cream Soda"/>
      <p:regular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6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8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7.xml"/><Relationship Id="rId43" Type="http://schemas.openxmlformats.org/officeDocument/2006/relationships/font" Target="fonts/CherryCreamSoda-regular.fntdata"/><Relationship Id="rId24" Type="http://schemas.openxmlformats.org/officeDocument/2006/relationships/slide" Target="slides/slide20.xml"/><Relationship Id="rId46" Type="http://schemas.openxmlformats.org/officeDocument/2006/relationships/font" Target="fonts/OpenSans-italic.fntdata"/><Relationship Id="rId23" Type="http://schemas.openxmlformats.org/officeDocument/2006/relationships/slide" Target="slides/slide19.xml"/><Relationship Id="rId45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MontserratBlack-bold.fntdata"/><Relationship Id="rId14" Type="http://schemas.openxmlformats.org/officeDocument/2006/relationships/slide" Target="slides/slide10.xml"/><Relationship Id="rId36" Type="http://schemas.openxmlformats.org/officeDocument/2006/relationships/font" Target="fonts/ArchitectsDaughter-regular.fntdata"/><Relationship Id="rId17" Type="http://schemas.openxmlformats.org/officeDocument/2006/relationships/slide" Target="slides/slide13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38" Type="http://schemas.openxmlformats.org/officeDocument/2006/relationships/font" Target="fonts/MontserratBlack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8aa2dffb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88aa2dffb6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981d344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8981d344f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8aa2dff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88aa2dffb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8aa2dff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88aa2dffb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dae777ec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dae777ec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9dae777ecb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8446b1751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a8446b1751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a8446b1751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841925ea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841925ea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a841925ea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841925ea7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841925ea7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a841925ea7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841925ea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a841925ea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a841925ea7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841925ea7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841925ea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a841925ea7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84d5b2ed0_1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a84d5b2ed0_1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a84d5b2ed0_1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84d5b2ed0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a84d5b2ed0_1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84d5b2ed0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a84d5b2ed0_1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84d5b2ed0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a84d5b2ed0_1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841925ea7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a841925ea7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a841925ea7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84d5b2ed0_1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a84d5b2ed0_1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a84d5b2ed0_1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841925ea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a841925ea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a841925ea7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84d5b2ed0_1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84d5b2ed0_1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a84d5b2ed0_1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84d5b2ed0_1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84d5b2ed0_1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a84d5b2ed0_1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a84d5b2ed0_1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a84d5b2ed0_1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a84d5b2ed0_1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84d5b2ed0_1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a84d5b2ed0_1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a84d5b2ed0_1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a84d5b2ed0_1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a84d5b2ed0_1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a84d5b2ed0_1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84d5b2ed0_1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a84d5b2ed0_1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a84d5b2ed0_1_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a841925ea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a841925ea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a841925ea7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8446b1751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a8446b1751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a8446b1751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841925ea7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a841925ea7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a841925ea7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8446b175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a8446b175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a8446b175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91c14951e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a91c14951e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a91c14951e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746079325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746079325e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9415203" y="-544820"/>
            <a:ext cx="3976624" cy="39766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469102" y="4514136"/>
            <a:ext cx="5405843" cy="2790948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5137768" y="-1775142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" name="Google Shape;13;p2"/>
          <p:cNvSpPr/>
          <p:nvPr/>
        </p:nvSpPr>
        <p:spPr>
          <a:xfrm>
            <a:off x="-4481366" y="4690201"/>
            <a:ext cx="8923148" cy="3516588"/>
          </a:xfrm>
          <a:custGeom>
            <a:rect b="b" l="l" r="r" t="t"/>
            <a:pathLst>
              <a:path extrusionOk="0" h="6795340" w="16297987">
                <a:moveTo>
                  <a:pt x="0" y="0"/>
                </a:moveTo>
                <a:lnTo>
                  <a:pt x="16297986" y="0"/>
                </a:lnTo>
                <a:lnTo>
                  <a:pt x="16297986" y="6795340"/>
                </a:lnTo>
                <a:lnTo>
                  <a:pt x="0" y="6795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" name="Google Shape;14;p2"/>
          <p:cNvGrpSpPr/>
          <p:nvPr/>
        </p:nvGrpSpPr>
        <p:grpSpPr>
          <a:xfrm>
            <a:off x="1647682" y="4172077"/>
            <a:ext cx="3529942" cy="1157624"/>
            <a:chOff x="-320518" y="1116968"/>
            <a:chExt cx="4582555" cy="1502822"/>
          </a:xfrm>
        </p:grpSpPr>
        <p:pic>
          <p:nvPicPr>
            <p:cNvPr id="15" name="Google Shape;15;p2" title="Doc_Blu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10538" y="1116968"/>
              <a:ext cx="2251500" cy="15028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6;p2"/>
            <p:cNvSpPr txBox="1"/>
            <p:nvPr/>
          </p:nvSpPr>
          <p:spPr>
            <a:xfrm>
              <a:off x="-320518" y="1212190"/>
              <a:ext cx="2251500" cy="11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425" lIns="70425" spcFirstLastPara="1" rIns="70425" wrap="square" tIns="70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powered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" name="Google Shape;17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28525" r="0" t="0"/>
          <a:stretch/>
        </p:blipFill>
        <p:spPr>
          <a:xfrm>
            <a:off x="1608631" y="1900917"/>
            <a:ext cx="3607901" cy="204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0" r="70367" t="0"/>
          <a:stretch/>
        </p:blipFill>
        <p:spPr>
          <a:xfrm>
            <a:off x="5743364" y="1945050"/>
            <a:ext cx="2441932" cy="334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noFill/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6" name="Google Shape;26;p3"/>
          <p:cNvSpPr/>
          <p:nvPr/>
        </p:nvSpPr>
        <p:spPr>
          <a:xfrm>
            <a:off x="10589429" y="192917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flipH="1">
            <a:off x="10445469" y="490450"/>
            <a:ext cx="6077909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3"/>
          <p:cNvSpPr/>
          <p:nvPr/>
        </p:nvSpPr>
        <p:spPr>
          <a:xfrm>
            <a:off x="3261726" y="-2820400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" name="Google Shape;29;p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1" name="Google Shape;31;p3"/>
              <p:cNvPicPr preferRelativeResize="0"/>
              <p:nvPr/>
            </p:nvPicPr>
            <p:blipFill rotWithShape="1">
              <a:blip r:embed="rId4">
                <a:alphaModFix/>
              </a:blip>
              <a:srcRect b="10669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" name="Google Shape;32;p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3" name="Google Shape;33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" name="Google Shape;34;p3"/>
              <p:cNvCxnSpPr>
                <a:stCxn id="35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5" name="Google Shape;35;p3" title="YXL Bilingual - Blue Stacked.png"/>
            <p:cNvPicPr preferRelativeResize="0"/>
            <p:nvPr/>
          </p:nvPicPr>
          <p:blipFill rotWithShape="1">
            <a:blip r:embed="rId6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7285301" y="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p4"/>
          <p:cNvSpPr/>
          <p:nvPr/>
        </p:nvSpPr>
        <p:spPr>
          <a:xfrm rot="-441143">
            <a:off x="7843278" y="-3995360"/>
            <a:ext cx="9572564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" name="Google Shape;44;p4"/>
          <p:cNvSpPr/>
          <p:nvPr/>
        </p:nvSpPr>
        <p:spPr>
          <a:xfrm rot="-324576">
            <a:off x="-1347975" y="5512002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5" name="Google Shape;45;p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ctrTitle"/>
          </p:nvPr>
        </p:nvSpPr>
        <p:spPr>
          <a:xfrm>
            <a:off x="1524000" y="175416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b="1"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1524000" y="4233835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5"/>
          <p:cNvSpPr/>
          <p:nvPr/>
        </p:nvSpPr>
        <p:spPr>
          <a:xfrm rot="-419202">
            <a:off x="7856663" y="-3808211"/>
            <a:ext cx="6993677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" name="Google Shape;54;p5"/>
          <p:cNvSpPr/>
          <p:nvPr/>
        </p:nvSpPr>
        <p:spPr>
          <a:xfrm rot="-324576">
            <a:off x="-325050" y="5108577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5"/>
          <p:cNvSpPr/>
          <p:nvPr/>
        </p:nvSpPr>
        <p:spPr>
          <a:xfrm>
            <a:off x="8913351" y="487780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 flipH="1" rot="-350370">
            <a:off x="8585408" y="5211485"/>
            <a:ext cx="4667542" cy="2571392"/>
          </a:xfrm>
          <a:custGeom>
            <a:rect b="b" l="l" r="r" t="t"/>
            <a:pathLst>
              <a:path extrusionOk="0" h="3875831" w="7035336">
                <a:moveTo>
                  <a:pt x="7035336" y="0"/>
                </a:moveTo>
                <a:lnTo>
                  <a:pt x="0" y="0"/>
                </a:lnTo>
                <a:lnTo>
                  <a:pt x="0" y="3875830"/>
                </a:lnTo>
                <a:lnTo>
                  <a:pt x="7035336" y="3875830"/>
                </a:lnTo>
                <a:lnTo>
                  <a:pt x="703533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7" name="Google Shape;57;p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66" name="Google Shape;66;p6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67" name="Google Shape;67;p6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68" name="Google Shape;68;p6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" name="Google Shape;69;p6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70" name="Google Shape;70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1" name="Google Shape;71;p6"/>
              <p:cNvCxnSpPr>
                <a:stCxn id="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72" name="Google Shape;72;p6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" name="Google Shape;73;p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7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7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83" name="Google Shape;83;p7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84" name="Google Shape;84;p7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85" name="Google Shape;85;p7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" name="Google Shape;86;p7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87" name="Google Shape;87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8" name="Google Shape;88;p7"/>
              <p:cNvCxnSpPr>
                <a:stCxn id="8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89" name="Google Shape;89;p7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96" name="Google Shape;96;p8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97" name="Google Shape;97;p8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98" name="Google Shape;98;p8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" name="Google Shape;99;p8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00" name="Google Shape;100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1" name="Google Shape;101;p8"/>
              <p:cNvCxnSpPr>
                <a:stCxn id="10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02" name="Google Shape;102;p8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8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9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09" name="Google Shape;109;p9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10" name="Google Shape;110;p9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" name="Google Shape;111;p9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12" name="Google Shape;112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3" name="Google Shape;113;p9"/>
              <p:cNvCxnSpPr>
                <a:stCxn id="11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14" name="Google Shape;114;p9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9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2" name="Google Shape;122;p1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23" name="Google Shape;123;p10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24" name="Google Shape;124;p10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25" name="Google Shape;125;p10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" name="Google Shape;126;p10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27" name="Google Shape;127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" name="Google Shape;128;p10"/>
              <p:cNvCxnSpPr>
                <a:stCxn id="12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29" name="Google Shape;129;p10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0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6" name="Google Shape;136;p11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38" name="Google Shape;138;p1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39" name="Google Shape;139;p11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40" name="Google Shape;140;p1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" name="Google Shape;141;p11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42" name="Google Shape;142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3" name="Google Shape;143;p11"/>
              <p:cNvCxnSpPr>
                <a:stCxn id="14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44" name="Google Shape;144;p11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1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52" name="Google Shape;152;p12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53" name="Google Shape;153;p12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54" name="Google Shape;154;p12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12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56" name="Google Shape;156;p1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7" name="Google Shape;157;p12"/>
              <p:cNvCxnSpPr>
                <a:stCxn id="158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58" name="Google Shape;158;p12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1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66" name="Google Shape;166;p1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67" name="Google Shape;167;p1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68" name="Google Shape;168;p13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1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70" name="Google Shape;170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71" name="Google Shape;171;p13"/>
              <p:cNvCxnSpPr>
                <a:stCxn id="1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72" name="Google Shape;172;p13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3184004" y="117742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F394E"/>
              </a:solidFill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4311965" y="2181663"/>
            <a:ext cx="65460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-2450826" y="-403850"/>
            <a:ext cx="6555946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4"/>
          <p:cNvSpPr/>
          <p:nvPr/>
        </p:nvSpPr>
        <p:spPr>
          <a:xfrm>
            <a:off x="662235" y="1302589"/>
            <a:ext cx="5219928" cy="4792844"/>
          </a:xfrm>
          <a:custGeom>
            <a:rect b="b" l="l" r="r" t="t"/>
            <a:pathLst>
              <a:path extrusionOk="0" h="8021496" w="8736282">
                <a:moveTo>
                  <a:pt x="0" y="0"/>
                </a:moveTo>
                <a:lnTo>
                  <a:pt x="8736282" y="0"/>
                </a:lnTo>
                <a:lnTo>
                  <a:pt x="8736282" y="8021496"/>
                </a:lnTo>
                <a:lnTo>
                  <a:pt x="0" y="8021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4"/>
          <p:cNvSpPr/>
          <p:nvPr/>
        </p:nvSpPr>
        <p:spPr>
          <a:xfrm>
            <a:off x="7360210" y="4729867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4"/>
          <p:cNvSpPr/>
          <p:nvPr/>
        </p:nvSpPr>
        <p:spPr>
          <a:xfrm>
            <a:off x="-2467800" y="5339072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4" name="Google Shape;184;p1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5780425" y="1789125"/>
            <a:ext cx="5426100" cy="38472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44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1" name="Google Shape;191;p15"/>
          <p:cNvSpPr/>
          <p:nvPr/>
        </p:nvSpPr>
        <p:spPr>
          <a:xfrm>
            <a:off x="3571322" y="-702875"/>
            <a:ext cx="4523434" cy="2492001"/>
          </a:xfrm>
          <a:custGeom>
            <a:rect b="b" l="l" r="r" t="t"/>
            <a:pathLst>
              <a:path extrusionOk="0" h="4530911" w="8224425">
                <a:moveTo>
                  <a:pt x="0" y="0"/>
                </a:moveTo>
                <a:lnTo>
                  <a:pt x="8224425" y="0"/>
                </a:lnTo>
                <a:lnTo>
                  <a:pt x="8224425" y="4530910"/>
                </a:lnTo>
                <a:lnTo>
                  <a:pt x="0" y="453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5"/>
          <p:cNvSpPr/>
          <p:nvPr/>
        </p:nvSpPr>
        <p:spPr>
          <a:xfrm>
            <a:off x="-743275" y="1046274"/>
            <a:ext cx="6576246" cy="5775139"/>
          </a:xfrm>
          <a:custGeom>
            <a:rect b="b" l="l" r="r" t="t"/>
            <a:pathLst>
              <a:path extrusionOk="0" h="10500253" w="11956810">
                <a:moveTo>
                  <a:pt x="0" y="0"/>
                </a:moveTo>
                <a:lnTo>
                  <a:pt x="11956810" y="0"/>
                </a:lnTo>
                <a:lnTo>
                  <a:pt x="11956810" y="10500253"/>
                </a:lnTo>
                <a:lnTo>
                  <a:pt x="0" y="1050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5"/>
          <p:cNvSpPr/>
          <p:nvPr/>
        </p:nvSpPr>
        <p:spPr>
          <a:xfrm flipH="1">
            <a:off x="9026540" y="5295222"/>
            <a:ext cx="4023360" cy="2216506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5"/>
          <p:cNvSpPr/>
          <p:nvPr/>
        </p:nvSpPr>
        <p:spPr>
          <a:xfrm>
            <a:off x="-560274" y="-702873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1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/>
          <p:nvPr/>
        </p:nvSpPr>
        <p:spPr>
          <a:xfrm>
            <a:off x="-4687062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0"/>
                </a:lnTo>
                <a:lnTo>
                  <a:pt x="0" y="7393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2" name="Google Shape;202;p16"/>
          <p:cNvGrpSpPr/>
          <p:nvPr/>
        </p:nvGrpSpPr>
        <p:grpSpPr>
          <a:xfrm>
            <a:off x="2736002" y="4300454"/>
            <a:ext cx="6718749" cy="225325"/>
            <a:chOff x="0" y="-76200"/>
            <a:chExt cx="3088228" cy="103569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3088228" cy="27369"/>
            </a:xfrm>
            <a:custGeom>
              <a:rect b="b" l="l" r="r" t="t"/>
              <a:pathLst>
                <a:path extrusionOk="0" h="27369" w="3088228">
                  <a:moveTo>
                    <a:pt x="0" y="0"/>
                  </a:moveTo>
                  <a:lnTo>
                    <a:pt x="3088228" y="0"/>
                  </a:lnTo>
                  <a:lnTo>
                    <a:pt x="3088228" y="27369"/>
                  </a:lnTo>
                  <a:lnTo>
                    <a:pt x="0" y="27369"/>
                  </a:lnTo>
                  <a:close/>
                </a:path>
              </a:pathLst>
            </a:custGeom>
            <a:solidFill>
              <a:srgbClr val="264D6D"/>
            </a:solidFill>
            <a:ln>
              <a:noFill/>
            </a:ln>
          </p:spPr>
        </p:sp>
        <p:sp>
          <p:nvSpPr>
            <p:cNvPr id="204" name="Google Shape;204;p16"/>
            <p:cNvSpPr txBox="1"/>
            <p:nvPr/>
          </p:nvSpPr>
          <p:spPr>
            <a:xfrm>
              <a:off x="0" y="-76200"/>
              <a:ext cx="3088200" cy="1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2654964" y="4414967"/>
            <a:ext cx="161991" cy="161991"/>
            <a:chOff x="0" y="0"/>
            <a:chExt cx="812800" cy="812800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9373394" y="4414967"/>
            <a:ext cx="161991" cy="161991"/>
            <a:chOff x="0" y="0"/>
            <a:chExt cx="812800" cy="81280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6015250" y="4414967"/>
            <a:ext cx="161991" cy="161991"/>
            <a:chOff x="0" y="0"/>
            <a:chExt cx="812800" cy="812800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6"/>
          <p:cNvSpPr/>
          <p:nvPr/>
        </p:nvSpPr>
        <p:spPr>
          <a:xfrm flipH="1">
            <a:off x="9093288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0"/>
                </a:lnTo>
                <a:lnTo>
                  <a:pt x="13599606" y="7393240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6"/>
          <p:cNvSpPr txBox="1"/>
          <p:nvPr/>
        </p:nvSpPr>
        <p:spPr>
          <a:xfrm>
            <a:off x="1826990" y="2591158"/>
            <a:ext cx="85365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MILESTONES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8511057" y="3580678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6"/>
          <p:cNvSpPr txBox="1"/>
          <p:nvPr/>
        </p:nvSpPr>
        <p:spPr>
          <a:xfrm>
            <a:off x="2236014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2019</a:t>
            </a:r>
            <a:endParaRPr sz="800"/>
          </a:p>
        </p:txBody>
      </p:sp>
      <p:sp>
        <p:nvSpPr>
          <p:cNvPr id="218" name="Google Shape;218;p16"/>
          <p:cNvSpPr txBox="1"/>
          <p:nvPr/>
        </p:nvSpPr>
        <p:spPr>
          <a:xfrm>
            <a:off x="1792627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19" name="Google Shape;219;p16"/>
          <p:cNvSpPr txBox="1"/>
          <p:nvPr/>
        </p:nvSpPr>
        <p:spPr>
          <a:xfrm>
            <a:off x="5596301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2023</a:t>
            </a:r>
            <a:endParaRPr sz="800"/>
          </a:p>
        </p:txBody>
      </p:sp>
      <p:sp>
        <p:nvSpPr>
          <p:cNvPr id="220" name="Google Shape;220;p16"/>
          <p:cNvSpPr txBox="1"/>
          <p:nvPr/>
        </p:nvSpPr>
        <p:spPr>
          <a:xfrm>
            <a:off x="5152913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21" name="Google Shape;221;p16"/>
          <p:cNvSpPr txBox="1"/>
          <p:nvPr/>
        </p:nvSpPr>
        <p:spPr>
          <a:xfrm>
            <a:off x="8954445" y="4602035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800"/>
          </a:p>
        </p:txBody>
      </p:sp>
      <p:sp>
        <p:nvSpPr>
          <p:cNvPr id="222" name="Google Shape;222;p16"/>
          <p:cNvSpPr txBox="1"/>
          <p:nvPr/>
        </p:nvSpPr>
        <p:spPr>
          <a:xfrm>
            <a:off x="8511057" y="5026631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23" name="Google Shape;223;p16"/>
          <p:cNvSpPr/>
          <p:nvPr/>
        </p:nvSpPr>
        <p:spPr>
          <a:xfrm flipH="1">
            <a:off x="-4205191" y="3799251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1"/>
                </a:lnTo>
                <a:lnTo>
                  <a:pt x="13599606" y="7393241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4" name="Google Shape;224;p16" title="YXL Bilingual - Blue Stack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4500" y="1669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7"/>
          <p:cNvGrpSpPr/>
          <p:nvPr/>
        </p:nvGrpSpPr>
        <p:grpSpPr>
          <a:xfrm>
            <a:off x="-1015880" y="3709853"/>
            <a:ext cx="3005978" cy="3005978"/>
            <a:chOff x="0" y="0"/>
            <a:chExt cx="812800" cy="812800"/>
          </a:xfrm>
        </p:grpSpPr>
        <p:sp>
          <p:nvSpPr>
            <p:cNvPr id="231" name="Google Shape;23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394E"/>
            </a:solidFill>
            <a:ln>
              <a:noFill/>
            </a:ln>
          </p:spPr>
          <p:txBody>
            <a:bodyPr anchorCtr="0" anchor="ctr" bIns="57375" lIns="57375" spcFirstLastPara="1" rIns="57375" wrap="square" tIns="57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875" lIns="31875" spcFirstLastPara="1" rIns="31875" wrap="square" tIns="318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7"/>
          <p:cNvSpPr/>
          <p:nvPr/>
        </p:nvSpPr>
        <p:spPr>
          <a:xfrm>
            <a:off x="6103753" y="-1886475"/>
            <a:ext cx="7193791" cy="3910807"/>
          </a:xfrm>
          <a:custGeom>
            <a:rect b="b" l="l" r="r" t="t"/>
            <a:pathLst>
              <a:path extrusionOk="0" h="6232361" w="11464209">
                <a:moveTo>
                  <a:pt x="0" y="0"/>
                </a:moveTo>
                <a:lnTo>
                  <a:pt x="11464208" y="0"/>
                </a:lnTo>
                <a:lnTo>
                  <a:pt x="11464208" y="6232361"/>
                </a:lnTo>
                <a:lnTo>
                  <a:pt x="0" y="623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7"/>
          <p:cNvSpPr/>
          <p:nvPr/>
        </p:nvSpPr>
        <p:spPr>
          <a:xfrm flipH="1">
            <a:off x="-5932773" y="5212839"/>
            <a:ext cx="11054113" cy="4666603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7"/>
          <p:cNvSpPr txBox="1"/>
          <p:nvPr/>
        </p:nvSpPr>
        <p:spPr>
          <a:xfrm>
            <a:off x="773000" y="2551616"/>
            <a:ext cx="10511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YUEXUELE VIETNAM ACADEMIC TEAM</a:t>
            </a:r>
            <a:endParaRPr sz="700">
              <a:solidFill>
                <a:srgbClr val="EF394E"/>
              </a:solidFill>
            </a:endParaRPr>
          </a:p>
        </p:txBody>
      </p:sp>
      <p:pic>
        <p:nvPicPr>
          <p:cNvPr id="236" name="Google Shape;236;p17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/>
          <p:nvPr/>
        </p:nvSpPr>
        <p:spPr>
          <a:xfrm>
            <a:off x="-257770" y="-748625"/>
            <a:ext cx="5668162" cy="2363303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2"/>
                </a:lnTo>
                <a:lnTo>
                  <a:pt x="0" y="3796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8"/>
          <p:cNvSpPr/>
          <p:nvPr/>
        </p:nvSpPr>
        <p:spPr>
          <a:xfrm>
            <a:off x="-440275" y="-24121"/>
            <a:ext cx="6843739" cy="6022490"/>
          </a:xfrm>
          <a:custGeom>
            <a:rect b="b" l="l" r="r" t="t"/>
            <a:pathLst>
              <a:path extrusionOk="0" h="9674683" w="10993958">
                <a:moveTo>
                  <a:pt x="0" y="0"/>
                </a:moveTo>
                <a:lnTo>
                  <a:pt x="10993958" y="0"/>
                </a:lnTo>
                <a:lnTo>
                  <a:pt x="10993958" y="9674682"/>
                </a:lnTo>
                <a:lnTo>
                  <a:pt x="0" y="967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8"/>
          <p:cNvSpPr txBox="1"/>
          <p:nvPr/>
        </p:nvSpPr>
        <p:spPr>
          <a:xfrm>
            <a:off x="5101204" y="2371072"/>
            <a:ext cx="55137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</a:t>
            </a:r>
            <a:r>
              <a:rPr b="1" lang="en-US" sz="5900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</a:t>
            </a:r>
            <a:r>
              <a:rPr b="1" i="0" lang="en-US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</a:t>
            </a:r>
            <a:endParaRPr sz="900"/>
          </a:p>
        </p:txBody>
      </p:sp>
      <p:sp>
        <p:nvSpPr>
          <p:cNvPr id="245" name="Google Shape;245;p18"/>
          <p:cNvSpPr/>
          <p:nvPr/>
        </p:nvSpPr>
        <p:spPr>
          <a:xfrm>
            <a:off x="8968473" y="5132539"/>
            <a:ext cx="4642684" cy="1935737"/>
          </a:xfrm>
          <a:custGeom>
            <a:rect b="b" l="l" r="r" t="t"/>
            <a:pathLst>
              <a:path extrusionOk="0" h="3109618" w="7458127">
                <a:moveTo>
                  <a:pt x="0" y="0"/>
                </a:moveTo>
                <a:lnTo>
                  <a:pt x="7458126" y="0"/>
                </a:lnTo>
                <a:lnTo>
                  <a:pt x="7458126" y="3109617"/>
                </a:lnTo>
                <a:lnTo>
                  <a:pt x="0" y="3109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8"/>
          <p:cNvSpPr/>
          <p:nvPr/>
        </p:nvSpPr>
        <p:spPr>
          <a:xfrm flipH="1">
            <a:off x="-1965622" y="1299899"/>
            <a:ext cx="3046400" cy="1270177"/>
          </a:xfrm>
          <a:custGeom>
            <a:rect b="b" l="l" r="r" t="t"/>
            <a:pathLst>
              <a:path extrusionOk="0" h="2040445" w="4893815">
                <a:moveTo>
                  <a:pt x="4893815" y="0"/>
                </a:moveTo>
                <a:lnTo>
                  <a:pt x="0" y="0"/>
                </a:lnTo>
                <a:lnTo>
                  <a:pt x="0" y="2040445"/>
                </a:lnTo>
                <a:lnTo>
                  <a:pt x="4893815" y="2040445"/>
                </a:lnTo>
                <a:lnTo>
                  <a:pt x="4893815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7" name="Google Shape;247;p18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800" y="2298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5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 rot="296900">
            <a:off x="-176988" y="1843611"/>
            <a:ext cx="6138925" cy="5748267"/>
          </a:xfrm>
          <a:custGeom>
            <a:rect b="b" l="l" r="r" t="t"/>
            <a:pathLst>
              <a:path extrusionOk="0" h="9916610" w="10590554">
                <a:moveTo>
                  <a:pt x="0" y="0"/>
                </a:moveTo>
                <a:lnTo>
                  <a:pt x="10590554" y="0"/>
                </a:lnTo>
                <a:lnTo>
                  <a:pt x="10590554" y="9916610"/>
                </a:lnTo>
                <a:lnTo>
                  <a:pt x="0" y="9916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9"/>
          <p:cNvSpPr/>
          <p:nvPr/>
        </p:nvSpPr>
        <p:spPr>
          <a:xfrm flipH="1">
            <a:off x="8991574" y="-733497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9"/>
          <p:cNvSpPr txBox="1"/>
          <p:nvPr/>
        </p:nvSpPr>
        <p:spPr>
          <a:xfrm>
            <a:off x="5564686" y="1350781"/>
            <a:ext cx="41697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PRODUCTION PROCESS</a:t>
            </a:r>
            <a:endParaRPr sz="800"/>
          </a:p>
        </p:txBody>
      </p:sp>
      <p:sp>
        <p:nvSpPr>
          <p:cNvPr id="252" name="Google Shape;252;p19"/>
          <p:cNvSpPr/>
          <p:nvPr/>
        </p:nvSpPr>
        <p:spPr>
          <a:xfrm flipH="1">
            <a:off x="8042488" y="5135429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1"/>
                </a:lnTo>
                <a:lnTo>
                  <a:pt x="7315200" y="4030011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3" name="Google Shape;253;p19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6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>
            <a:off x="4869911" y="-2579757"/>
            <a:ext cx="10319744" cy="4446872"/>
          </a:xfrm>
          <a:custGeom>
            <a:rect b="b" l="l" r="r" t="t"/>
            <a:pathLst>
              <a:path extrusionOk="0" h="6285331" w="14586210">
                <a:moveTo>
                  <a:pt x="0" y="0"/>
                </a:moveTo>
                <a:lnTo>
                  <a:pt x="14586210" y="0"/>
                </a:lnTo>
                <a:lnTo>
                  <a:pt x="14586210" y="6285330"/>
                </a:lnTo>
                <a:lnTo>
                  <a:pt x="0" y="6285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0"/>
          <p:cNvSpPr txBox="1"/>
          <p:nvPr/>
        </p:nvSpPr>
        <p:spPr>
          <a:xfrm>
            <a:off x="533401" y="1819039"/>
            <a:ext cx="7750800" cy="24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CONTACT</a:t>
            </a:r>
            <a:endParaRPr sz="900"/>
          </a:p>
        </p:txBody>
      </p:sp>
      <p:grpSp>
        <p:nvGrpSpPr>
          <p:cNvPr id="257" name="Google Shape;257;p20"/>
          <p:cNvGrpSpPr/>
          <p:nvPr/>
        </p:nvGrpSpPr>
        <p:grpSpPr>
          <a:xfrm>
            <a:off x="7916878" y="1762349"/>
            <a:ext cx="4234119" cy="4234119"/>
            <a:chOff x="0" y="0"/>
            <a:chExt cx="812800" cy="812800"/>
          </a:xfrm>
        </p:grpSpPr>
        <p:sp>
          <p:nvSpPr>
            <p:cNvPr id="258" name="Google Shape;25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64725" lIns="64725" spcFirstLastPara="1" rIns="64725" wrap="square" tIns="64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20"/>
          <p:cNvSpPr/>
          <p:nvPr/>
        </p:nvSpPr>
        <p:spPr>
          <a:xfrm flipH="1">
            <a:off x="712231" y="4176221"/>
            <a:ext cx="12463402" cy="5261548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p20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1F386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1" type="body"/>
          </p:nvPr>
        </p:nvSpPr>
        <p:spPr>
          <a:xfrm>
            <a:off x="831850" y="4225669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65" name="Google Shape;265;p2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266" name="Google Shape;266;p21"/>
            <p:cNvGrpSpPr/>
            <p:nvPr/>
          </p:nvGrpSpPr>
          <p:grpSpPr>
            <a:xfrm>
              <a:off x="482992" y="4589028"/>
              <a:ext cx="8497082" cy="277009"/>
              <a:chOff x="1120971" y="6118869"/>
              <a:chExt cx="10851957" cy="369346"/>
            </a:xfrm>
          </p:grpSpPr>
          <p:pic>
            <p:nvPicPr>
              <p:cNvPr id="267" name="Google Shape;267;p2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68" name="Google Shape;268;p21"/>
              <p:cNvCxnSpPr>
                <a:stCxn id="26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269" name="Google Shape;269;p21" title="YXL Bilingual - Blue Stacked.png"/>
            <p:cNvPicPr preferRelativeResize="0"/>
            <p:nvPr/>
          </p:nvPicPr>
          <p:blipFill rotWithShape="1">
            <a:blip r:embed="rId3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0" name="Google Shape;270;p21" title="YXL Bilingual - White Stack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920" y="474133"/>
            <a:ext cx="2494134" cy="100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Text">
  <p:cSld name="Body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872067" y="449800"/>
            <a:ext cx="83748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398E"/>
              </a:buClr>
              <a:buSzPts val="3700"/>
              <a:buFont typeface="Cherry Cream Soda"/>
              <a:buNone/>
              <a:defRPr b="1" sz="3700">
                <a:solidFill>
                  <a:srgbClr val="29398E"/>
                </a:solidFill>
                <a:latin typeface="Cherry Cream Soda"/>
                <a:ea typeface="Cherry Cream Soda"/>
                <a:cs typeface="Cherry Cream Soda"/>
                <a:sym typeface="Cherry Cream Sod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1" type="body"/>
          </p:nvPr>
        </p:nvSpPr>
        <p:spPr>
          <a:xfrm>
            <a:off x="838200" y="1503433"/>
            <a:ext cx="93165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chitects Daughter"/>
              <a:buChar char="●"/>
              <a:defRPr sz="2100"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indent="-46355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2pPr>
            <a:lvl3pPr indent="-46355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3pPr>
            <a:lvl4pPr indent="-46355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4pPr>
            <a:lvl5pPr indent="-46355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5pPr>
            <a:lvl6pPr indent="-463550" lvl="5" marL="2743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6pPr>
            <a:lvl7pPr indent="-463550" lvl="6" marL="3200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7pPr>
            <a:lvl8pPr indent="-463550" lvl="7" marL="3657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8pPr>
            <a:lvl9pPr indent="-463550" lvl="8" marL="4114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9pPr>
          </a:lstStyle>
          <a:p/>
        </p:txBody>
      </p:sp>
      <p:pic>
        <p:nvPicPr>
          <p:cNvPr id="274" name="Google Shape;27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9120" y="5966661"/>
            <a:ext cx="523842" cy="523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7896" y="-1119527"/>
            <a:ext cx="2566287" cy="256591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>
            <p:ph idx="12" type="sldNum"/>
          </p:nvPr>
        </p:nvSpPr>
        <p:spPr>
          <a:xfrm>
            <a:off x="940456" y="6264531"/>
            <a:ext cx="364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00" lIns="60900" spcFirstLastPara="1" rIns="60900" wrap="square" tIns="60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 cap="flat" cmpd="sng" w="9525">
            <a:solidFill>
              <a:srgbClr val="D14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74C"/>
              </a:buClr>
              <a:buSzPts val="4400"/>
              <a:buFont typeface="Montserrat Black"/>
              <a:buNone/>
              <a:defRPr i="0" sz="4400" u="none" cap="none" strike="noStrike">
                <a:solidFill>
                  <a:srgbClr val="F5374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5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Relationship Id="rId5" Type="http://schemas.openxmlformats.org/officeDocument/2006/relationships/hyperlink" Target="https://wordwall.net/play/102583/807/848" TargetMode="External"/><Relationship Id="rId6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55.png"/><Relationship Id="rId5" Type="http://schemas.openxmlformats.org/officeDocument/2006/relationships/image" Target="../media/image61.png"/><Relationship Id="rId6" Type="http://schemas.openxmlformats.org/officeDocument/2006/relationships/image" Target="../media/image66.png"/><Relationship Id="rId7" Type="http://schemas.openxmlformats.org/officeDocument/2006/relationships/image" Target="../media/image41.png"/><Relationship Id="rId8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57.png"/><Relationship Id="rId7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Relationship Id="rId4" Type="http://schemas.openxmlformats.org/officeDocument/2006/relationships/image" Target="../media/image51.png"/><Relationship Id="rId5" Type="http://schemas.openxmlformats.org/officeDocument/2006/relationships/image" Target="../media/image50.gif"/><Relationship Id="rId6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48.gif"/><Relationship Id="rId5" Type="http://schemas.openxmlformats.org/officeDocument/2006/relationships/image" Target="../media/image46.png"/><Relationship Id="rId6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2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2.gif"/><Relationship Id="rId4" Type="http://schemas.openxmlformats.org/officeDocument/2006/relationships/image" Target="../media/image53.gif"/><Relationship Id="rId5" Type="http://schemas.openxmlformats.org/officeDocument/2006/relationships/image" Target="../media/image60.gif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image" Target="../media/image65.png"/><Relationship Id="rId12" Type="http://schemas.openxmlformats.org/officeDocument/2006/relationships/image" Target="../media/image8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3.png"/><Relationship Id="rId4" Type="http://schemas.openxmlformats.org/officeDocument/2006/relationships/image" Target="../media/image84.png"/><Relationship Id="rId9" Type="http://schemas.openxmlformats.org/officeDocument/2006/relationships/image" Target="../media/image75.png"/><Relationship Id="rId5" Type="http://schemas.openxmlformats.org/officeDocument/2006/relationships/image" Target="../media/image79.png"/><Relationship Id="rId6" Type="http://schemas.openxmlformats.org/officeDocument/2006/relationships/image" Target="../media/image76.png"/><Relationship Id="rId7" Type="http://schemas.openxmlformats.org/officeDocument/2006/relationships/image" Target="../media/image82.png"/><Relationship Id="rId8" Type="http://schemas.openxmlformats.org/officeDocument/2006/relationships/image" Target="../media/image8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0.png"/><Relationship Id="rId6" Type="http://schemas.openxmlformats.org/officeDocument/2006/relationships/image" Target="../media/image8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/>
          <p:nvPr/>
        </p:nvSpPr>
        <p:spPr>
          <a:xfrm>
            <a:off x="2115375" y="25520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Unit 4 lesson 6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2207625" y="35063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三个苹果。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点名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Diǎnmíng</a:t>
            </a:r>
            <a:endParaRPr sz="2750">
              <a:solidFill>
                <a:srgbClr val="002060"/>
              </a:solidFill>
            </a:endParaRPr>
          </a:p>
        </p:txBody>
      </p:sp>
      <p:pic>
        <p:nvPicPr>
          <p:cNvPr id="288" name="Google Shape;288;p24" title="Ảnh chụp Màn hình 2025-08-20 lúc 12.04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042263" y="329350"/>
            <a:ext cx="6338551" cy="5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p25"/>
          <p:cNvPicPr preferRelativeResize="0"/>
          <p:nvPr/>
        </p:nvPicPr>
        <p:blipFill rotWithShape="1">
          <a:blip r:embed="rId3">
            <a:alphaModFix/>
          </a:blip>
          <a:srcRect b="35055" l="7630" r="6348" t="36099"/>
          <a:stretch/>
        </p:blipFill>
        <p:spPr>
          <a:xfrm rot="5400000">
            <a:off x="2667125" y="2151450"/>
            <a:ext cx="4828725" cy="22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title="Ảnh chụp Màn hình 2025-08-15 lúc 13.37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41313" y="1627856"/>
            <a:ext cx="2216497" cy="28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5999992" y="4146787"/>
            <a:ext cx="6325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40">
                <a:latin typeface="Montserrat"/>
                <a:ea typeface="Montserrat"/>
                <a:cs typeface="Montserrat"/>
                <a:sym typeface="Montserrat"/>
              </a:rPr>
              <a:t>sit nicely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2" name="Google Shape;302;p26"/>
          <p:cNvPicPr preferRelativeResize="0"/>
          <p:nvPr/>
        </p:nvPicPr>
        <p:blipFill rotWithShape="1">
          <a:blip r:embed="rId3">
            <a:alphaModFix/>
          </a:blip>
          <a:srcRect b="29504" l="7716" r="8320" t="21475"/>
          <a:stretch/>
        </p:blipFill>
        <p:spPr>
          <a:xfrm rot="5400000">
            <a:off x="3372200" y="1192761"/>
            <a:ext cx="5021125" cy="414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title="Ảnh chụp Màn hình 2025-08-15 lúc 13.41.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941128" y="2164982"/>
            <a:ext cx="2262275" cy="20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6135950" y="4146775"/>
            <a:ext cx="61899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40">
                <a:latin typeface="Montserrat"/>
                <a:ea typeface="Montserrat"/>
                <a:cs typeface="Montserrat"/>
                <a:sym typeface="Montserrat"/>
              </a:rPr>
              <a:t>listen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0" name="Google Shape;310;p27"/>
          <p:cNvPicPr preferRelativeResize="0"/>
          <p:nvPr/>
        </p:nvPicPr>
        <p:blipFill rotWithShape="1">
          <a:blip r:embed="rId3">
            <a:alphaModFix/>
          </a:blip>
          <a:srcRect b="22883" l="33903" r="34063" t="22147"/>
          <a:stretch/>
        </p:blipFill>
        <p:spPr>
          <a:xfrm rot="5400000">
            <a:off x="2648382" y="1977099"/>
            <a:ext cx="4245874" cy="409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/>
          <p:cNvPicPr preferRelativeResize="0"/>
          <p:nvPr/>
        </p:nvPicPr>
        <p:blipFill rotWithShape="1">
          <a:blip r:embed="rId4">
            <a:alphaModFix/>
          </a:blip>
          <a:srcRect b="14408" l="45320" r="39726" t="24305"/>
          <a:stretch/>
        </p:blipFill>
        <p:spPr>
          <a:xfrm rot="5400000">
            <a:off x="8520982" y="1095306"/>
            <a:ext cx="1777714" cy="409857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7677446" y="4093874"/>
            <a:ext cx="34647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600" lIns="105600" spcFirstLastPara="1" rIns="105600" wrap="square" tIns="1056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yes on me</a:t>
            </a:r>
            <a:endParaRPr sz="161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8" name="Google Shape;318;p28"/>
          <p:cNvPicPr preferRelativeResize="0"/>
          <p:nvPr/>
        </p:nvPicPr>
        <p:blipFill rotWithShape="1">
          <a:blip r:embed="rId3">
            <a:alphaModFix/>
          </a:blip>
          <a:srcRect b="13303" l="8726" r="10471" t="17189"/>
          <a:stretch/>
        </p:blipFill>
        <p:spPr>
          <a:xfrm rot="5400000">
            <a:off x="2138750" y="1535250"/>
            <a:ext cx="3958426" cy="4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8" title="Ảnh chụp Màn hình 2025-08-15 lúc 13.37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33850" y="1958547"/>
            <a:ext cx="2479184" cy="323924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 txBox="1"/>
          <p:nvPr/>
        </p:nvSpPr>
        <p:spPr>
          <a:xfrm>
            <a:off x="6101275" y="4607285"/>
            <a:ext cx="626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050" lIns="124050" spcFirstLastPara="1" rIns="124050" wrap="square" tIns="124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13">
                <a:latin typeface="Montserrat"/>
                <a:ea typeface="Montserrat"/>
                <a:cs typeface="Montserrat"/>
                <a:sym typeface="Montserrat"/>
              </a:rPr>
              <a:t>quiet</a:t>
            </a:r>
            <a:endParaRPr sz="27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选一选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Xuǎn yi xuǎn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7" name="Google Shape;327;p29" title="1.png"/>
          <p:cNvPicPr preferRelativeResize="0"/>
          <p:nvPr/>
        </p:nvPicPr>
        <p:blipFill rotWithShape="1">
          <a:blip r:embed="rId3">
            <a:alphaModFix/>
          </a:blip>
          <a:srcRect b="36205" l="8966" r="10401" t="10931"/>
          <a:stretch/>
        </p:blipFill>
        <p:spPr>
          <a:xfrm>
            <a:off x="6171125" y="1666649"/>
            <a:ext cx="1825301" cy="16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 title="3.png"/>
          <p:cNvPicPr preferRelativeResize="0"/>
          <p:nvPr/>
        </p:nvPicPr>
        <p:blipFill rotWithShape="1">
          <a:blip r:embed="rId4">
            <a:alphaModFix/>
          </a:blip>
          <a:srcRect b="16941" l="12536" r="13847" t="10934"/>
          <a:stretch/>
        </p:blipFill>
        <p:spPr>
          <a:xfrm>
            <a:off x="1909557" y="1666646"/>
            <a:ext cx="1666572" cy="2309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9" title="5.png"/>
          <p:cNvPicPr preferRelativeResize="0"/>
          <p:nvPr/>
        </p:nvPicPr>
        <p:blipFill rotWithShape="1">
          <a:blip r:embed="rId5">
            <a:alphaModFix/>
          </a:blip>
          <a:srcRect b="39632" l="9691" r="9675" t="10987"/>
          <a:stretch/>
        </p:blipFill>
        <p:spPr>
          <a:xfrm>
            <a:off x="3969650" y="1703098"/>
            <a:ext cx="1825301" cy="158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29"/>
          <p:cNvGrpSpPr/>
          <p:nvPr/>
        </p:nvGrpSpPr>
        <p:grpSpPr>
          <a:xfrm>
            <a:off x="8351146" y="1636062"/>
            <a:ext cx="1746596" cy="2312782"/>
            <a:chOff x="6263325" y="2224499"/>
            <a:chExt cx="1434576" cy="1899616"/>
          </a:xfrm>
        </p:grpSpPr>
        <p:pic>
          <p:nvPicPr>
            <p:cNvPr id="331" name="Google Shape;331;p29"/>
            <p:cNvPicPr preferRelativeResize="0"/>
            <p:nvPr/>
          </p:nvPicPr>
          <p:blipFill rotWithShape="1">
            <a:blip r:embed="rId6">
              <a:alphaModFix/>
            </a:blip>
            <a:srcRect b="31079" l="41352" r="37206" t="28859"/>
            <a:stretch/>
          </p:blipFill>
          <p:spPr>
            <a:xfrm>
              <a:off x="6263325" y="2224499"/>
              <a:ext cx="1434576" cy="1507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29"/>
            <p:cNvSpPr txBox="1"/>
            <p:nvPr/>
          </p:nvSpPr>
          <p:spPr>
            <a:xfrm>
              <a:off x="6528978" y="3662715"/>
              <a:ext cx="1127700" cy="46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1275" lIns="111275" spcFirstLastPara="1" rIns="111275" wrap="square" tIns="111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2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héng</a:t>
              </a:r>
              <a:endParaRPr sz="29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33" name="Google Shape;333;p29"/>
          <p:cNvGrpSpPr/>
          <p:nvPr/>
        </p:nvGrpSpPr>
        <p:grpSpPr>
          <a:xfrm>
            <a:off x="6225595" y="4135278"/>
            <a:ext cx="1784003" cy="2108466"/>
            <a:chOff x="8125550" y="2250475"/>
            <a:chExt cx="1465300" cy="1731800"/>
          </a:xfrm>
        </p:grpSpPr>
        <p:pic>
          <p:nvPicPr>
            <p:cNvPr id="334" name="Google Shape;334;p29"/>
            <p:cNvPicPr preferRelativeResize="0"/>
            <p:nvPr/>
          </p:nvPicPr>
          <p:blipFill rotWithShape="1">
            <a:blip r:embed="rId7">
              <a:alphaModFix/>
            </a:blip>
            <a:srcRect b="36428" l="41353" r="36853" t="26044"/>
            <a:stretch/>
          </p:blipFill>
          <p:spPr>
            <a:xfrm>
              <a:off x="8125550" y="2250475"/>
              <a:ext cx="1434576" cy="1389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29"/>
            <p:cNvSpPr txBox="1"/>
            <p:nvPr/>
          </p:nvSpPr>
          <p:spPr>
            <a:xfrm>
              <a:off x="8463150" y="3520875"/>
              <a:ext cx="1127700" cy="46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1275" lIns="111275" spcFirstLastPara="1" rIns="111275" wrap="square" tIns="111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2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shù</a:t>
              </a:r>
              <a:endParaRPr sz="29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36" name="Google Shape;336;p29"/>
          <p:cNvGrpSpPr/>
          <p:nvPr/>
        </p:nvGrpSpPr>
        <p:grpSpPr>
          <a:xfrm>
            <a:off x="8457858" y="4110199"/>
            <a:ext cx="1824582" cy="2117883"/>
            <a:chOff x="9987775" y="2223575"/>
            <a:chExt cx="1498630" cy="1739534"/>
          </a:xfrm>
        </p:grpSpPr>
        <p:pic>
          <p:nvPicPr>
            <p:cNvPr id="337" name="Google Shape;337;p29"/>
            <p:cNvPicPr preferRelativeResize="0"/>
            <p:nvPr/>
          </p:nvPicPr>
          <p:blipFill rotWithShape="1">
            <a:blip r:embed="rId8">
              <a:alphaModFix/>
            </a:blip>
            <a:srcRect b="28908" l="41496" r="37621" t="33327"/>
            <a:stretch/>
          </p:blipFill>
          <p:spPr>
            <a:xfrm>
              <a:off x="9987775" y="2223575"/>
              <a:ext cx="1366027" cy="1389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29"/>
            <p:cNvSpPr txBox="1"/>
            <p:nvPr/>
          </p:nvSpPr>
          <p:spPr>
            <a:xfrm>
              <a:off x="10358705" y="3501709"/>
              <a:ext cx="1127700" cy="46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1275" lIns="111275" spcFirstLastPara="1" rIns="111275" wrap="square" tIns="111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2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piě</a:t>
              </a:r>
              <a:endParaRPr sz="29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339" name="Google Shape;339;p29" title="13.png"/>
          <p:cNvPicPr preferRelativeResize="0"/>
          <p:nvPr/>
        </p:nvPicPr>
        <p:blipFill rotWithShape="1">
          <a:blip r:embed="rId9">
            <a:alphaModFix/>
          </a:blip>
          <a:srcRect b="39815" l="9990" r="9247" t="10852"/>
          <a:stretch/>
        </p:blipFill>
        <p:spPr>
          <a:xfrm>
            <a:off x="1909575" y="4207300"/>
            <a:ext cx="1714574" cy="14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9" title="15.png"/>
          <p:cNvPicPr preferRelativeResize="0"/>
          <p:nvPr/>
        </p:nvPicPr>
        <p:blipFill rotWithShape="1">
          <a:blip r:embed="rId10">
            <a:alphaModFix/>
          </a:blip>
          <a:srcRect b="39815" l="6954" r="6979" t="10852"/>
          <a:stretch/>
        </p:blipFill>
        <p:spPr>
          <a:xfrm>
            <a:off x="4062175" y="4207300"/>
            <a:ext cx="1827199" cy="14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9" title="1.png"/>
          <p:cNvPicPr preferRelativeResize="0"/>
          <p:nvPr/>
        </p:nvPicPr>
        <p:blipFill rotWithShape="1">
          <a:blip r:embed="rId3">
            <a:alphaModFix/>
          </a:blip>
          <a:srcRect b="16941" l="8966" r="10401" t="61812"/>
          <a:stretch/>
        </p:blipFill>
        <p:spPr>
          <a:xfrm>
            <a:off x="6160400" y="3413925"/>
            <a:ext cx="1825301" cy="68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/>
          <p:nvPr/>
        </p:nvSpPr>
        <p:spPr>
          <a:xfrm>
            <a:off x="3937200" y="3434475"/>
            <a:ext cx="19521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tí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29"/>
          <p:cNvSpPr txBox="1"/>
          <p:nvPr/>
        </p:nvSpPr>
        <p:spPr>
          <a:xfrm>
            <a:off x="1773850" y="5688600"/>
            <a:ext cx="19521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shù wān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29"/>
          <p:cNvSpPr txBox="1"/>
          <p:nvPr/>
        </p:nvSpPr>
        <p:spPr>
          <a:xfrm>
            <a:off x="3999725" y="5688600"/>
            <a:ext cx="19521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héng zhé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/>
          <p:nvPr/>
        </p:nvSpPr>
        <p:spPr>
          <a:xfrm>
            <a:off x="10229975" y="365125"/>
            <a:ext cx="1597800" cy="1597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3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选一选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Xuǎn yi xuǎn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2" name="Google Shape;352;p30"/>
          <p:cNvPicPr preferRelativeResize="0"/>
          <p:nvPr/>
        </p:nvPicPr>
        <p:blipFill rotWithShape="1">
          <a:blip r:embed="rId3">
            <a:alphaModFix/>
          </a:blip>
          <a:srcRect b="14567" l="10385" r="10818" t="20430"/>
          <a:stretch/>
        </p:blipFill>
        <p:spPr>
          <a:xfrm>
            <a:off x="2217325" y="1845400"/>
            <a:ext cx="7640798" cy="354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0" title="Your paragraph text (4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3025" y="2895075"/>
            <a:ext cx="2646951" cy="37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0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32640" l="40656" r="41742" t="35896"/>
          <a:stretch/>
        </p:blipFill>
        <p:spPr>
          <a:xfrm>
            <a:off x="10369610" y="501175"/>
            <a:ext cx="1318526" cy="13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介绍新笔画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Jièshào xīn bǐhuà 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1" name="Google Shape;361;p31" title="1.png"/>
          <p:cNvPicPr preferRelativeResize="0"/>
          <p:nvPr/>
        </p:nvPicPr>
        <p:blipFill rotWithShape="1">
          <a:blip r:embed="rId3">
            <a:alphaModFix/>
          </a:blip>
          <a:srcRect b="12160" l="11209" r="12114" t="8202"/>
          <a:stretch/>
        </p:blipFill>
        <p:spPr>
          <a:xfrm>
            <a:off x="2451238" y="1880375"/>
            <a:ext cx="2635901" cy="38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1" title="3.png"/>
          <p:cNvPicPr preferRelativeResize="0"/>
          <p:nvPr/>
        </p:nvPicPr>
        <p:blipFill rotWithShape="1">
          <a:blip r:embed="rId4">
            <a:alphaModFix/>
          </a:blip>
          <a:srcRect b="17916" l="7547" r="8313" t="8200"/>
          <a:stretch/>
        </p:blipFill>
        <p:spPr>
          <a:xfrm>
            <a:off x="6883287" y="1880375"/>
            <a:ext cx="2892475" cy="35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2" title="1.png"/>
          <p:cNvPicPr preferRelativeResize="0"/>
          <p:nvPr/>
        </p:nvPicPr>
        <p:blipFill rotWithShape="1">
          <a:blip r:embed="rId3">
            <a:alphaModFix/>
          </a:blip>
          <a:srcRect b="19361" l="0" r="0" t="0"/>
          <a:stretch/>
        </p:blipFill>
        <p:spPr>
          <a:xfrm>
            <a:off x="4033410" y="236825"/>
            <a:ext cx="3793787" cy="432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跑一跑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Pǎo yi pǎo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0" name="Google Shape;370;p32" title="Your paragraph text (4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850" y="1962025"/>
            <a:ext cx="3257124" cy="46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2"/>
          <p:cNvSpPr/>
          <p:nvPr/>
        </p:nvSpPr>
        <p:spPr>
          <a:xfrm>
            <a:off x="2610625" y="3099200"/>
            <a:ext cx="2239200" cy="1259700"/>
          </a:xfrm>
          <a:prstGeom prst="wedgeEllipseCallout">
            <a:avLst>
              <a:gd fmla="val -67044" name="adj1"/>
              <a:gd fmla="val -88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Montserrat"/>
                <a:ea typeface="Montserrat"/>
                <a:cs typeface="Montserrat"/>
                <a:sym typeface="Montserrat"/>
              </a:rPr>
              <a:t>竖弯钩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Montserrat"/>
                <a:ea typeface="Montserrat"/>
                <a:cs typeface="Montserrat"/>
                <a:sym typeface="Montserrat"/>
              </a:rPr>
              <a:t>shù wān gōu</a:t>
            </a: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2" name="Google Shape;372;p32" title="Your paragraph text (13).png"/>
          <p:cNvPicPr preferRelativeResize="0"/>
          <p:nvPr/>
        </p:nvPicPr>
        <p:blipFill rotWithShape="1">
          <a:blip r:embed="rId5">
            <a:alphaModFix/>
          </a:blip>
          <a:srcRect b="35699" l="0" r="53984" t="0"/>
          <a:stretch/>
        </p:blipFill>
        <p:spPr>
          <a:xfrm>
            <a:off x="9717856" y="0"/>
            <a:ext cx="1958376" cy="387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2" title="Your paragraph text (13).png"/>
          <p:cNvPicPr preferRelativeResize="0"/>
          <p:nvPr/>
        </p:nvPicPr>
        <p:blipFill rotWithShape="1">
          <a:blip r:embed="rId5">
            <a:alphaModFix/>
          </a:blip>
          <a:srcRect b="36664" l="45762" r="8222" t="-964"/>
          <a:stretch/>
        </p:blipFill>
        <p:spPr>
          <a:xfrm>
            <a:off x="10128656" y="1084350"/>
            <a:ext cx="1958376" cy="387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2" title="Your paragraph text (46).png"/>
          <p:cNvPicPr preferRelativeResize="0"/>
          <p:nvPr/>
        </p:nvPicPr>
        <p:blipFill rotWithShape="1">
          <a:blip r:embed="rId6">
            <a:alphaModFix/>
          </a:blip>
          <a:srcRect b="25754" l="7822" r="44478" t="29749"/>
          <a:stretch/>
        </p:blipFill>
        <p:spPr>
          <a:xfrm>
            <a:off x="7037774" y="2708516"/>
            <a:ext cx="2624373" cy="346283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2"/>
          <p:cNvSpPr/>
          <p:nvPr/>
        </p:nvSpPr>
        <p:spPr>
          <a:xfrm>
            <a:off x="9320251" y="3279947"/>
            <a:ext cx="641400" cy="89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6" name="Google Shape;376;p32" title="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5023" y="1247950"/>
            <a:ext cx="758250" cy="1072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2" title="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58873" y="2320425"/>
            <a:ext cx="758250" cy="1072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2" title="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3573" y="3064193"/>
            <a:ext cx="758250" cy="1072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2" title="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17856" y="433426"/>
            <a:ext cx="758250" cy="10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2" title="1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717858" y="1750859"/>
            <a:ext cx="758250" cy="107249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/>
          <p:nvPr/>
        </p:nvSpPr>
        <p:spPr>
          <a:xfrm>
            <a:off x="2972974" y="365125"/>
            <a:ext cx="1857000" cy="739800"/>
          </a:xfrm>
          <a:prstGeom prst="wedgeEllipseCallout">
            <a:avLst>
              <a:gd fmla="val 55020" name="adj1"/>
              <a:gd fmla="val 41308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竖弯钩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Montserrat"/>
                <a:ea typeface="Montserrat"/>
                <a:cs typeface="Montserrat"/>
                <a:sym typeface="Montserrat"/>
              </a:rPr>
              <a:t>shù wān gōu</a:t>
            </a: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32"/>
          <p:cNvSpPr/>
          <p:nvPr/>
        </p:nvSpPr>
        <p:spPr>
          <a:xfrm>
            <a:off x="6713574" y="1104925"/>
            <a:ext cx="1857000" cy="739800"/>
          </a:xfrm>
          <a:prstGeom prst="wedgeEllipseCallout">
            <a:avLst>
              <a:gd fmla="val -67776" name="adj1"/>
              <a:gd fmla="val 41792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竖弯钩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Montserrat"/>
                <a:ea typeface="Montserrat"/>
                <a:cs typeface="Montserrat"/>
                <a:sym typeface="Montserrat"/>
              </a:rPr>
              <a:t>shù wān gōu</a:t>
            </a: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7421449" y="2084563"/>
            <a:ext cx="1857000" cy="739800"/>
          </a:xfrm>
          <a:prstGeom prst="wedgeEllipseCallout">
            <a:avLst>
              <a:gd fmla="val 3889" name="adj1"/>
              <a:gd fmla="val 94243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"/>
                <a:ea typeface="Montserrat"/>
                <a:cs typeface="Montserrat"/>
                <a:sym typeface="Montserrat"/>
              </a:rPr>
              <a:t>竖弯钩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Montserrat"/>
                <a:ea typeface="Montserrat"/>
                <a:cs typeface="Montserrat"/>
                <a:sym typeface="Montserrat"/>
              </a:rPr>
              <a:t>shù wān gōu</a:t>
            </a: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写一写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Xiě yi xiě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0" name="Google Shape;390;p33" title="Your paragraph text (4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058" y="1524650"/>
            <a:ext cx="3566348" cy="504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3"/>
          <p:cNvSpPr/>
          <p:nvPr/>
        </p:nvSpPr>
        <p:spPr>
          <a:xfrm>
            <a:off x="2214075" y="1524650"/>
            <a:ext cx="2239200" cy="1259700"/>
          </a:xfrm>
          <a:prstGeom prst="wedgeEllipseCallout">
            <a:avLst>
              <a:gd fmla="val -53501" name="adj1"/>
              <a:gd fmla="val 43977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Montserrat"/>
                <a:ea typeface="Montserrat"/>
                <a:cs typeface="Montserrat"/>
                <a:sym typeface="Montserrat"/>
              </a:rPr>
              <a:t>竖弯钩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Montserrat"/>
                <a:ea typeface="Montserrat"/>
                <a:cs typeface="Montserrat"/>
                <a:sym typeface="Montserrat"/>
              </a:rPr>
              <a:t>shù wān gōu</a:t>
            </a: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2" name="Google Shape;392;p33" title="Your paragraph text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9182873" y="2080000"/>
            <a:ext cx="3009126" cy="425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3" title="Your paragraph text (6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65075" y="2293732"/>
            <a:ext cx="2850175" cy="40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3" title="Your paragraph text (7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583967" y="2193813"/>
            <a:ext cx="2941951" cy="416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3"/>
          <p:cNvPicPr preferRelativeResize="0"/>
          <p:nvPr/>
        </p:nvPicPr>
        <p:blipFill rotWithShape="1">
          <a:blip r:embed="rId7">
            <a:alphaModFix/>
          </a:blip>
          <a:srcRect b="34676" l="23539" r="28024" t="15255"/>
          <a:stretch/>
        </p:blipFill>
        <p:spPr>
          <a:xfrm rot="318319">
            <a:off x="4981499" y="4026424"/>
            <a:ext cx="1038025" cy="10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3"/>
          <p:cNvPicPr preferRelativeResize="0"/>
          <p:nvPr/>
        </p:nvPicPr>
        <p:blipFill rotWithShape="1">
          <a:blip r:embed="rId7">
            <a:alphaModFix/>
          </a:blip>
          <a:srcRect b="34676" l="23539" r="28024" t="15255"/>
          <a:stretch/>
        </p:blipFill>
        <p:spPr>
          <a:xfrm rot="130865">
            <a:off x="7626402" y="4074346"/>
            <a:ext cx="945320" cy="977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3"/>
          <p:cNvPicPr preferRelativeResize="0"/>
          <p:nvPr/>
        </p:nvPicPr>
        <p:blipFill rotWithShape="1">
          <a:blip r:embed="rId7">
            <a:alphaModFix/>
          </a:blip>
          <a:srcRect b="34676" l="23539" r="28024" t="15255"/>
          <a:stretch/>
        </p:blipFill>
        <p:spPr>
          <a:xfrm rot="-216101">
            <a:off x="10217654" y="3943897"/>
            <a:ext cx="1036444" cy="1071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圈一圈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Quān yi quān 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4" name="Google Shape;404;p34" title="Your paragraph text (41).png"/>
          <p:cNvPicPr preferRelativeResize="0"/>
          <p:nvPr/>
        </p:nvPicPr>
        <p:blipFill rotWithShape="1">
          <a:blip r:embed="rId3">
            <a:alphaModFix/>
          </a:blip>
          <a:srcRect b="11205" l="0" r="0" t="0"/>
          <a:stretch/>
        </p:blipFill>
        <p:spPr>
          <a:xfrm>
            <a:off x="4083825" y="1073475"/>
            <a:ext cx="4024350" cy="50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圈一圈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Quān yi quān 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1" name="Google Shape;411;p35" title="U4L6 - 圈一圈.png"/>
          <p:cNvPicPr preferRelativeResize="0"/>
          <p:nvPr/>
        </p:nvPicPr>
        <p:blipFill rotWithShape="1">
          <a:blip r:embed="rId3">
            <a:alphaModFix/>
          </a:blip>
          <a:srcRect b="10710" l="9137" r="13951" t="22012"/>
          <a:stretch/>
        </p:blipFill>
        <p:spPr>
          <a:xfrm>
            <a:off x="3810000" y="600675"/>
            <a:ext cx="4571999" cy="5656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5"/>
          <p:cNvSpPr/>
          <p:nvPr/>
        </p:nvSpPr>
        <p:spPr>
          <a:xfrm>
            <a:off x="7647257" y="2498513"/>
            <a:ext cx="705000" cy="781500"/>
          </a:xfrm>
          <a:prstGeom prst="ellipse">
            <a:avLst/>
          </a:prstGeom>
          <a:noFill/>
          <a:ln cap="flat" cmpd="sng" w="76200">
            <a:solidFill>
              <a:srgbClr val="FF58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4398375" y="4994475"/>
            <a:ext cx="816300" cy="1256400"/>
          </a:xfrm>
          <a:prstGeom prst="ellipse">
            <a:avLst/>
          </a:prstGeom>
          <a:noFill/>
          <a:ln cap="flat" cmpd="sng" w="76200">
            <a:solidFill>
              <a:srgbClr val="34D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7851475" y="4994475"/>
            <a:ext cx="530400" cy="1256400"/>
          </a:xfrm>
          <a:prstGeom prst="ellipse">
            <a:avLst/>
          </a:prstGeom>
          <a:noFill/>
          <a:ln cap="flat" cmpd="sng" w="76200">
            <a:solidFill>
              <a:srgbClr val="34D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5692975" y="3758175"/>
            <a:ext cx="1143000" cy="898050"/>
          </a:xfrm>
          <a:custGeom>
            <a:rect b="b" l="l" r="r" t="t"/>
            <a:pathLst>
              <a:path extrusionOk="0" h="35922" w="45720">
                <a:moveTo>
                  <a:pt x="0" y="6997"/>
                </a:moveTo>
                <a:lnTo>
                  <a:pt x="32190" y="0"/>
                </a:lnTo>
                <a:lnTo>
                  <a:pt x="34990" y="4198"/>
                </a:lnTo>
                <a:lnTo>
                  <a:pt x="29858" y="18194"/>
                </a:lnTo>
                <a:lnTo>
                  <a:pt x="32657" y="23793"/>
                </a:lnTo>
                <a:lnTo>
                  <a:pt x="37789" y="16795"/>
                </a:lnTo>
                <a:lnTo>
                  <a:pt x="45720" y="15395"/>
                </a:lnTo>
                <a:lnTo>
                  <a:pt x="45253" y="35456"/>
                </a:lnTo>
                <a:lnTo>
                  <a:pt x="23793" y="35922"/>
                </a:lnTo>
                <a:lnTo>
                  <a:pt x="15862" y="26125"/>
                </a:lnTo>
                <a:lnTo>
                  <a:pt x="19594" y="13995"/>
                </a:lnTo>
                <a:lnTo>
                  <a:pt x="0" y="16328"/>
                </a:lnTo>
                <a:close/>
              </a:path>
            </a:pathLst>
          </a:custGeom>
          <a:noFill/>
          <a:ln cap="flat" cmpd="sng" w="76200">
            <a:solidFill>
              <a:srgbClr val="34D74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6" name="Google Shape;416;p35"/>
          <p:cNvSpPr/>
          <p:nvPr/>
        </p:nvSpPr>
        <p:spPr>
          <a:xfrm>
            <a:off x="4200075" y="3781500"/>
            <a:ext cx="991375" cy="851400"/>
          </a:xfrm>
          <a:custGeom>
            <a:rect b="b" l="l" r="r" t="t"/>
            <a:pathLst>
              <a:path extrusionOk="0" h="34056" w="39655">
                <a:moveTo>
                  <a:pt x="11197" y="4198"/>
                </a:moveTo>
                <a:lnTo>
                  <a:pt x="6065" y="0"/>
                </a:lnTo>
                <a:lnTo>
                  <a:pt x="0" y="4198"/>
                </a:lnTo>
                <a:lnTo>
                  <a:pt x="1866" y="28458"/>
                </a:lnTo>
                <a:lnTo>
                  <a:pt x="6531" y="34056"/>
                </a:lnTo>
                <a:lnTo>
                  <a:pt x="36389" y="32657"/>
                </a:lnTo>
                <a:lnTo>
                  <a:pt x="39655" y="23326"/>
                </a:lnTo>
                <a:lnTo>
                  <a:pt x="33590" y="13062"/>
                </a:lnTo>
                <a:lnTo>
                  <a:pt x="29391" y="17261"/>
                </a:lnTo>
                <a:lnTo>
                  <a:pt x="28458" y="23326"/>
                </a:lnTo>
                <a:lnTo>
                  <a:pt x="10730" y="24726"/>
                </a:lnTo>
                <a:close/>
              </a:path>
            </a:pathLst>
          </a:custGeom>
          <a:noFill/>
          <a:ln cap="flat" cmpd="sng" w="76200">
            <a:solidFill>
              <a:srgbClr val="FF586B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7" name="Google Shape;417;p35"/>
          <p:cNvSpPr/>
          <p:nvPr/>
        </p:nvSpPr>
        <p:spPr>
          <a:xfrm>
            <a:off x="7570750" y="3583225"/>
            <a:ext cx="816425" cy="991375"/>
          </a:xfrm>
          <a:custGeom>
            <a:rect b="b" l="l" r="r" t="t"/>
            <a:pathLst>
              <a:path extrusionOk="0" h="39655" w="32657">
                <a:moveTo>
                  <a:pt x="13530" y="4665"/>
                </a:moveTo>
                <a:lnTo>
                  <a:pt x="5599" y="0"/>
                </a:lnTo>
                <a:lnTo>
                  <a:pt x="0" y="3732"/>
                </a:lnTo>
                <a:lnTo>
                  <a:pt x="2333" y="34056"/>
                </a:lnTo>
                <a:lnTo>
                  <a:pt x="7931" y="39188"/>
                </a:lnTo>
                <a:lnTo>
                  <a:pt x="28925" y="39655"/>
                </a:lnTo>
                <a:lnTo>
                  <a:pt x="32657" y="31724"/>
                </a:lnTo>
                <a:lnTo>
                  <a:pt x="25659" y="19127"/>
                </a:lnTo>
                <a:lnTo>
                  <a:pt x="20994" y="24726"/>
                </a:lnTo>
                <a:lnTo>
                  <a:pt x="19128" y="29391"/>
                </a:lnTo>
                <a:lnTo>
                  <a:pt x="11663" y="30324"/>
                </a:lnTo>
                <a:close/>
              </a:path>
            </a:pathLst>
          </a:custGeom>
          <a:noFill/>
          <a:ln cap="flat" cmpd="sng" w="76200">
            <a:solidFill>
              <a:srgbClr val="FF586B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8" name="Google Shape;418;p35"/>
          <p:cNvSpPr/>
          <p:nvPr/>
        </p:nvSpPr>
        <p:spPr>
          <a:xfrm>
            <a:off x="5961225" y="5356025"/>
            <a:ext cx="793100" cy="839750"/>
          </a:xfrm>
          <a:custGeom>
            <a:rect b="b" l="l" r="r" t="t"/>
            <a:pathLst>
              <a:path extrusionOk="0" h="33590" w="31724">
                <a:moveTo>
                  <a:pt x="467" y="3732"/>
                </a:moveTo>
                <a:lnTo>
                  <a:pt x="0" y="30325"/>
                </a:lnTo>
                <a:lnTo>
                  <a:pt x="10730" y="33590"/>
                </a:lnTo>
                <a:lnTo>
                  <a:pt x="31724" y="30791"/>
                </a:lnTo>
                <a:lnTo>
                  <a:pt x="29391" y="13530"/>
                </a:lnTo>
                <a:lnTo>
                  <a:pt x="25659" y="9797"/>
                </a:lnTo>
                <a:lnTo>
                  <a:pt x="22393" y="13996"/>
                </a:lnTo>
                <a:lnTo>
                  <a:pt x="21460" y="21461"/>
                </a:lnTo>
                <a:lnTo>
                  <a:pt x="7464" y="22860"/>
                </a:lnTo>
                <a:lnTo>
                  <a:pt x="10264" y="0"/>
                </a:lnTo>
                <a:close/>
              </a:path>
            </a:pathLst>
          </a:custGeom>
          <a:noFill/>
          <a:ln cap="flat" cmpd="sng" w="76200">
            <a:solidFill>
              <a:srgbClr val="FF586B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838" y="2112711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288" y="2174623"/>
            <a:ext cx="201930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6"/>
          <p:cNvSpPr/>
          <p:nvPr/>
        </p:nvSpPr>
        <p:spPr>
          <a:xfrm>
            <a:off x="3912512" y="2894797"/>
            <a:ext cx="1190400" cy="57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537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8545635" y="1690820"/>
            <a:ext cx="2630700" cy="2670900"/>
          </a:xfrm>
          <a:prstGeom prst="rect">
            <a:avLst/>
          </a:prstGeom>
          <a:noFill/>
          <a:ln cap="flat" cmpd="sng" w="28575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7" name="Google Shape;427;p36" title="十-order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9888" y="1968998"/>
            <a:ext cx="211455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6"/>
          <p:cNvSpPr txBox="1"/>
          <p:nvPr/>
        </p:nvSpPr>
        <p:spPr>
          <a:xfrm>
            <a:off x="1647600" y="5048400"/>
            <a:ext cx="959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Rule 1: First horizontal stroke, then the vertical one.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9" name="Google Shape;42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2788" y="2817588"/>
            <a:ext cx="10763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复习笔顺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Fùxí bǐshùn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7"/>
          <p:cNvPicPr preferRelativeResize="0"/>
          <p:nvPr/>
        </p:nvPicPr>
        <p:blipFill rotWithShape="1">
          <a:blip r:embed="rId3">
            <a:alphaModFix/>
          </a:blip>
          <a:srcRect b="0" l="15254" r="0" t="0"/>
          <a:stretch/>
        </p:blipFill>
        <p:spPr>
          <a:xfrm>
            <a:off x="1008375" y="2178338"/>
            <a:ext cx="2331714" cy="250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7" title="人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8850" y="1878348"/>
            <a:ext cx="2611950" cy="261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7"/>
          <p:cNvSpPr txBox="1"/>
          <p:nvPr/>
        </p:nvSpPr>
        <p:spPr>
          <a:xfrm>
            <a:off x="1647600" y="5048400"/>
            <a:ext cx="959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Rule 2: First left-falling, then right-falling.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37"/>
          <p:cNvSpPr/>
          <p:nvPr/>
        </p:nvSpPr>
        <p:spPr>
          <a:xfrm>
            <a:off x="3188612" y="2970997"/>
            <a:ext cx="1190400" cy="57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5374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9" name="Google Shape;43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2788" y="2817588"/>
            <a:ext cx="10763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5037" y="2172473"/>
            <a:ext cx="2331725" cy="2394289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复习笔顺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Fùxí bǐshùn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介绍笔顺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Jièshào bǐshùn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5437650" y="1749237"/>
            <a:ext cx="1316700" cy="4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5374C"/>
          </a:solidFill>
          <a:ln cap="flat" cmpd="sng" w="9525">
            <a:solidFill>
              <a:srgbClr val="345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8" name="Google Shape;448;p38" title="一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238" y="2619375"/>
            <a:ext cx="2509525" cy="25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介绍笔顺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Jièshào bǐshùn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5437650" y="1839187"/>
            <a:ext cx="1316700" cy="4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5374C"/>
          </a:solidFill>
          <a:ln cap="flat" cmpd="sng" w="9525">
            <a:solidFill>
              <a:srgbClr val="345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6" name="Google Shape;456;p39" title="几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4188" y="2638152"/>
            <a:ext cx="2483625" cy="248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介绍笔顺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Jièshào bǐshùn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40"/>
          <p:cNvSpPr/>
          <p:nvPr/>
        </p:nvSpPr>
        <p:spPr>
          <a:xfrm>
            <a:off x="5437650" y="1839187"/>
            <a:ext cx="1316700" cy="4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5374C"/>
          </a:solidFill>
          <a:ln cap="flat" cmpd="sng" w="9525">
            <a:solidFill>
              <a:srgbClr val="345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4" name="Google Shape;464;p40" title="心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4188" y="2591502"/>
            <a:ext cx="2483625" cy="248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41" title="一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198" y="2479412"/>
            <a:ext cx="2509525" cy="25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1" title="几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4173" y="2492364"/>
            <a:ext cx="2483625" cy="248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1" title="心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0273" y="2492364"/>
            <a:ext cx="2483625" cy="24836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1"/>
          <p:cNvSpPr/>
          <p:nvPr/>
        </p:nvSpPr>
        <p:spPr>
          <a:xfrm>
            <a:off x="5565925" y="1877450"/>
            <a:ext cx="1316700" cy="4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5374C"/>
          </a:solidFill>
          <a:ln cap="flat" cmpd="sng" w="9525">
            <a:solidFill>
              <a:srgbClr val="345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41"/>
          <p:cNvSpPr/>
          <p:nvPr/>
        </p:nvSpPr>
        <p:spPr>
          <a:xfrm>
            <a:off x="8853737" y="1877450"/>
            <a:ext cx="1316700" cy="4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5374C"/>
          </a:solidFill>
          <a:ln cap="flat" cmpd="sng" w="9525">
            <a:solidFill>
              <a:srgbClr val="345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41"/>
          <p:cNvSpPr/>
          <p:nvPr/>
        </p:nvSpPr>
        <p:spPr>
          <a:xfrm>
            <a:off x="2148625" y="1877450"/>
            <a:ext cx="1316700" cy="4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5374C"/>
          </a:solidFill>
          <a:ln cap="flat" cmpd="sng" w="9525">
            <a:solidFill>
              <a:srgbClr val="345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4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介绍笔顺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Jièshào bǐshùn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41"/>
          <p:cNvSpPr txBox="1"/>
          <p:nvPr/>
        </p:nvSpPr>
        <p:spPr>
          <a:xfrm>
            <a:off x="1518528" y="5358425"/>
            <a:ext cx="959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Rule 4: From left to right.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写字接力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Xiězì jiēlì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4" name="Google Shape;484;p42" title="Your paragraph text (17).png"/>
          <p:cNvPicPr preferRelativeResize="0"/>
          <p:nvPr/>
        </p:nvPicPr>
        <p:blipFill rotWithShape="1">
          <a:blip r:embed="rId3">
            <a:alphaModFix/>
          </a:blip>
          <a:srcRect b="6410" l="3076" r="3969" t="1482"/>
          <a:stretch/>
        </p:blipFill>
        <p:spPr>
          <a:xfrm rot="-5400000">
            <a:off x="4202712" y="-302613"/>
            <a:ext cx="3786575" cy="53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42" title="Your paragraph text (13).png"/>
          <p:cNvPicPr preferRelativeResize="0"/>
          <p:nvPr/>
        </p:nvPicPr>
        <p:blipFill rotWithShape="1">
          <a:blip r:embed="rId4">
            <a:alphaModFix/>
          </a:blip>
          <a:srcRect b="9771" l="10021" r="15744" t="0"/>
          <a:stretch/>
        </p:blipFill>
        <p:spPr>
          <a:xfrm flipH="1">
            <a:off x="2324895" y="2492550"/>
            <a:ext cx="1752155" cy="3012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2" title="Your paragraph text (17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808" y="2573940"/>
            <a:ext cx="2412775" cy="3412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2" title="Untitled design (7).png"/>
          <p:cNvPicPr preferRelativeResize="0"/>
          <p:nvPr/>
        </p:nvPicPr>
        <p:blipFill rotWithShape="1">
          <a:blip r:embed="rId6">
            <a:alphaModFix/>
          </a:blip>
          <a:srcRect b="7313" l="0" r="0" t="0"/>
          <a:stretch/>
        </p:blipFill>
        <p:spPr>
          <a:xfrm>
            <a:off x="8832084" y="2671092"/>
            <a:ext cx="2430921" cy="318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2" title="Your paragraph text (20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207450" y="2860283"/>
            <a:ext cx="2532336" cy="3581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2" title="Your paragraph text (24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9784824" y="2860276"/>
            <a:ext cx="2614426" cy="36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2" title="Your paragraph text (22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585162" y="2419775"/>
            <a:ext cx="2430906" cy="343836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2"/>
          <p:cNvSpPr txBox="1"/>
          <p:nvPr/>
        </p:nvSpPr>
        <p:spPr>
          <a:xfrm>
            <a:off x="5362500" y="877325"/>
            <a:ext cx="1388100" cy="979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几</a:t>
            </a:r>
            <a:endParaRPr sz="5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2" name="Google Shape;492;p42"/>
          <p:cNvPicPr preferRelativeResize="0"/>
          <p:nvPr/>
        </p:nvPicPr>
        <p:blipFill rotWithShape="1">
          <a:blip r:embed="rId10">
            <a:alphaModFix/>
          </a:blip>
          <a:srcRect b="0" l="15254" r="0" t="0"/>
          <a:stretch/>
        </p:blipFill>
        <p:spPr>
          <a:xfrm>
            <a:off x="4841825" y="2183100"/>
            <a:ext cx="538714" cy="5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2" title="Your paragraph text (55)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849404" y="1927667"/>
            <a:ext cx="2614412" cy="369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2"/>
          <p:cNvPicPr preferRelativeResize="0"/>
          <p:nvPr/>
        </p:nvPicPr>
        <p:blipFill rotWithShape="1">
          <a:blip r:embed="rId10">
            <a:alphaModFix/>
          </a:blip>
          <a:srcRect b="0" l="15254" r="0" t="0"/>
          <a:stretch/>
        </p:blipFill>
        <p:spPr>
          <a:xfrm>
            <a:off x="5726665" y="2371312"/>
            <a:ext cx="538714" cy="5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 txBox="1"/>
          <p:nvPr/>
        </p:nvSpPr>
        <p:spPr>
          <a:xfrm>
            <a:off x="6145326" y="2183105"/>
            <a:ext cx="86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000000"/>
                </a:solidFill>
                <a:latin typeface="KaiTi"/>
                <a:ea typeface="KaiTi"/>
                <a:cs typeface="KaiTi"/>
                <a:sym typeface="KaiTi"/>
              </a:rPr>
              <a:t>几</a:t>
            </a:r>
            <a:endParaRPr sz="5600"/>
          </a:p>
        </p:txBody>
      </p:sp>
      <p:pic>
        <p:nvPicPr>
          <p:cNvPr id="496" name="Google Shape;496;p42" title="Your paragraph text (60)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6423441" y="1983231"/>
            <a:ext cx="2886801" cy="40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3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写字接力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Xiězì jiēlì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43"/>
          <p:cNvSpPr txBox="1"/>
          <p:nvPr/>
        </p:nvSpPr>
        <p:spPr>
          <a:xfrm>
            <a:off x="4727848" y="485238"/>
            <a:ext cx="2736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0">
                <a:latin typeface="KaiTi"/>
                <a:ea typeface="KaiTi"/>
                <a:cs typeface="KaiTi"/>
                <a:sym typeface="KaiTi"/>
              </a:rPr>
              <a:t>八</a:t>
            </a:r>
            <a:endParaRPr/>
          </a:p>
        </p:txBody>
      </p:sp>
      <p:pic>
        <p:nvPicPr>
          <p:cNvPr id="504" name="Google Shape;504;p43"/>
          <p:cNvPicPr preferRelativeResize="0"/>
          <p:nvPr/>
        </p:nvPicPr>
        <p:blipFill rotWithShape="1">
          <a:blip r:embed="rId3">
            <a:alphaModFix/>
          </a:blip>
          <a:srcRect b="0" l="0" r="66528" t="0"/>
          <a:stretch/>
        </p:blipFill>
        <p:spPr>
          <a:xfrm>
            <a:off x="4104950" y="3871675"/>
            <a:ext cx="3982089" cy="19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写字接力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Xiězì jiēlì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44"/>
          <p:cNvSpPr txBox="1"/>
          <p:nvPr/>
        </p:nvSpPr>
        <p:spPr>
          <a:xfrm>
            <a:off x="4727848" y="485238"/>
            <a:ext cx="2736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0">
                <a:solidFill>
                  <a:srgbClr val="000000"/>
                </a:solidFill>
                <a:latin typeface="KaiTi"/>
                <a:ea typeface="KaiTi"/>
                <a:cs typeface="KaiTi"/>
                <a:sym typeface="KaiTi"/>
              </a:rPr>
              <a:t>几</a:t>
            </a:r>
            <a:endParaRPr/>
          </a:p>
        </p:txBody>
      </p:sp>
      <p:pic>
        <p:nvPicPr>
          <p:cNvPr id="512" name="Google Shape;512;p44"/>
          <p:cNvPicPr preferRelativeResize="0"/>
          <p:nvPr/>
        </p:nvPicPr>
        <p:blipFill rotWithShape="1">
          <a:blip r:embed="rId3">
            <a:alphaModFix/>
          </a:blip>
          <a:srcRect b="0" l="0" r="66795" t="0"/>
          <a:stretch/>
        </p:blipFill>
        <p:spPr>
          <a:xfrm>
            <a:off x="4120425" y="3871650"/>
            <a:ext cx="3951151" cy="19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写字接力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Xiězì jiēlì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45"/>
          <p:cNvSpPr txBox="1"/>
          <p:nvPr/>
        </p:nvSpPr>
        <p:spPr>
          <a:xfrm>
            <a:off x="4727848" y="485238"/>
            <a:ext cx="2736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0">
                <a:latin typeface="KaiTi"/>
                <a:ea typeface="KaiTi"/>
                <a:cs typeface="KaiTi"/>
                <a:sym typeface="KaiTi"/>
              </a:rPr>
              <a:t>心</a:t>
            </a:r>
            <a:endParaRPr/>
          </a:p>
        </p:txBody>
      </p:sp>
      <p:pic>
        <p:nvPicPr>
          <p:cNvPr id="520" name="Google Shape;520;p45"/>
          <p:cNvPicPr preferRelativeResize="0"/>
          <p:nvPr/>
        </p:nvPicPr>
        <p:blipFill rotWithShape="1">
          <a:blip r:embed="rId3">
            <a:alphaModFix/>
          </a:blip>
          <a:srcRect b="0" l="0" r="33217" t="0"/>
          <a:stretch/>
        </p:blipFill>
        <p:spPr>
          <a:xfrm>
            <a:off x="2122638" y="3836675"/>
            <a:ext cx="7946727" cy="19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写字接力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Xiězì jiēlì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46"/>
          <p:cNvSpPr txBox="1"/>
          <p:nvPr/>
        </p:nvSpPr>
        <p:spPr>
          <a:xfrm>
            <a:off x="4727848" y="485238"/>
            <a:ext cx="2736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0">
                <a:latin typeface="KaiTi"/>
                <a:ea typeface="KaiTi"/>
                <a:cs typeface="KaiTi"/>
                <a:sym typeface="KaiTi"/>
              </a:rPr>
              <a:t>什</a:t>
            </a:r>
            <a:endParaRPr/>
          </a:p>
        </p:txBody>
      </p:sp>
      <p:pic>
        <p:nvPicPr>
          <p:cNvPr id="528" name="Google Shape;528;p46"/>
          <p:cNvPicPr preferRelativeResize="0"/>
          <p:nvPr/>
        </p:nvPicPr>
        <p:blipFill rotWithShape="1">
          <a:blip r:embed="rId3">
            <a:alphaModFix/>
          </a:blip>
          <a:srcRect b="0" l="0" r="33346" t="0"/>
          <a:stretch/>
        </p:blipFill>
        <p:spPr>
          <a:xfrm>
            <a:off x="2449775" y="3836700"/>
            <a:ext cx="7931174" cy="19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写字接力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Xiězì jiēlì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47"/>
          <p:cNvSpPr txBox="1"/>
          <p:nvPr/>
        </p:nvSpPr>
        <p:spPr>
          <a:xfrm>
            <a:off x="4727848" y="485238"/>
            <a:ext cx="2736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0">
                <a:latin typeface="KaiTi"/>
                <a:ea typeface="KaiTi"/>
                <a:cs typeface="KaiTi"/>
                <a:sym typeface="KaiTi"/>
              </a:rPr>
              <a:t>好</a:t>
            </a:r>
            <a:endParaRPr/>
          </a:p>
        </p:txBody>
      </p:sp>
      <p:pic>
        <p:nvPicPr>
          <p:cNvPr id="536" name="Google Shape;536;p47"/>
          <p:cNvPicPr preferRelativeResize="0"/>
          <p:nvPr/>
        </p:nvPicPr>
        <p:blipFill rotWithShape="1">
          <a:blip r:embed="rId3">
            <a:alphaModFix/>
          </a:blip>
          <a:srcRect b="50044" l="0" r="0" t="0"/>
          <a:stretch/>
        </p:blipFill>
        <p:spPr>
          <a:xfrm>
            <a:off x="199988" y="3836700"/>
            <a:ext cx="11792028" cy="19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读一读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Dú yi dú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3" name="Google Shape;5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6286" y="1919901"/>
            <a:ext cx="3353774" cy="3353774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8"/>
          <p:cNvSpPr txBox="1"/>
          <p:nvPr/>
        </p:nvSpPr>
        <p:spPr>
          <a:xfrm>
            <a:off x="2470158" y="1990489"/>
            <a:ext cx="2372700" cy="3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625" lIns="79275" spcFirstLastPara="1" rIns="79275" wrap="square" tIns="396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809">
                <a:solidFill>
                  <a:srgbClr val="000000"/>
                </a:solidFill>
                <a:latin typeface="KaiTi"/>
                <a:ea typeface="KaiTi"/>
                <a:cs typeface="KaiTi"/>
                <a:sym typeface="KaiTi"/>
              </a:rPr>
              <a:t>几</a:t>
            </a:r>
            <a:endParaRPr sz="1213"/>
          </a:p>
        </p:txBody>
      </p:sp>
      <p:pic>
        <p:nvPicPr>
          <p:cNvPr id="545" name="Google Shape;54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6725" y="1919875"/>
            <a:ext cx="3353774" cy="335377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8"/>
          <p:cNvSpPr txBox="1"/>
          <p:nvPr/>
        </p:nvSpPr>
        <p:spPr>
          <a:xfrm>
            <a:off x="6733330" y="1964271"/>
            <a:ext cx="2372700" cy="3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625" lIns="79275" spcFirstLastPara="1" rIns="79275" wrap="square" tIns="396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809">
                <a:solidFill>
                  <a:srgbClr val="000000"/>
                </a:solidFill>
                <a:latin typeface="KaiTi"/>
                <a:ea typeface="KaiTi"/>
                <a:cs typeface="KaiTi"/>
                <a:sym typeface="KaiTi"/>
              </a:rPr>
              <a:t>个</a:t>
            </a:r>
            <a:endParaRPr sz="1213"/>
          </a:p>
        </p:txBody>
      </p:sp>
      <p:sp>
        <p:nvSpPr>
          <p:cNvPr id="547" name="Google Shape;547;p48"/>
          <p:cNvSpPr txBox="1"/>
          <p:nvPr/>
        </p:nvSpPr>
        <p:spPr>
          <a:xfrm>
            <a:off x="2406650" y="5441147"/>
            <a:ext cx="2613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jǐ </a:t>
            </a:r>
            <a:endParaRPr sz="4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48"/>
          <p:cNvSpPr txBox="1"/>
          <p:nvPr/>
        </p:nvSpPr>
        <p:spPr>
          <a:xfrm>
            <a:off x="6777113" y="5502697"/>
            <a:ext cx="2613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gè</a:t>
            </a:r>
            <a:endParaRPr sz="4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读一读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Dú yi dú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5" name="Google Shape;55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4828" y="1875100"/>
            <a:ext cx="3283200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922" y="1912600"/>
            <a:ext cx="3214200" cy="32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9"/>
          <p:cNvSpPr txBox="1"/>
          <p:nvPr/>
        </p:nvSpPr>
        <p:spPr>
          <a:xfrm>
            <a:off x="2486355" y="1912636"/>
            <a:ext cx="2322900" cy="3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800" lIns="77600" spcFirstLastPara="1" rIns="77600" wrap="square" tIns="388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372">
                <a:solidFill>
                  <a:srgbClr val="000000"/>
                </a:solidFill>
                <a:latin typeface="KaiTi"/>
                <a:ea typeface="KaiTi"/>
                <a:cs typeface="KaiTi"/>
                <a:sym typeface="KaiTi"/>
              </a:rPr>
              <a:t>西</a:t>
            </a:r>
            <a:endParaRPr sz="1188"/>
          </a:p>
        </p:txBody>
      </p:sp>
      <p:sp>
        <p:nvSpPr>
          <p:cNvPr id="558" name="Google Shape;558;p49"/>
          <p:cNvSpPr txBox="1"/>
          <p:nvPr/>
        </p:nvSpPr>
        <p:spPr>
          <a:xfrm>
            <a:off x="6919148" y="1958027"/>
            <a:ext cx="22740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975" lIns="75950" spcFirstLastPara="1" rIns="75950" wrap="square" tIns="379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43">
                <a:solidFill>
                  <a:srgbClr val="000000"/>
                </a:solidFill>
                <a:latin typeface="KaiTi"/>
                <a:ea typeface="KaiTi"/>
                <a:cs typeface="KaiTi"/>
                <a:sym typeface="KaiTi"/>
              </a:rPr>
              <a:t>瓜</a:t>
            </a:r>
            <a:endParaRPr sz="1163"/>
          </a:p>
        </p:txBody>
      </p:sp>
      <p:sp>
        <p:nvSpPr>
          <p:cNvPr id="559" name="Google Shape;559;p49"/>
          <p:cNvSpPr txBox="1"/>
          <p:nvPr/>
        </p:nvSpPr>
        <p:spPr>
          <a:xfrm>
            <a:off x="2406650" y="5441147"/>
            <a:ext cx="2613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xī</a:t>
            </a:r>
            <a:endParaRPr sz="4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49"/>
          <p:cNvSpPr txBox="1"/>
          <p:nvPr/>
        </p:nvSpPr>
        <p:spPr>
          <a:xfrm>
            <a:off x="6777113" y="5502697"/>
            <a:ext cx="26130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guā</a:t>
            </a:r>
            <a:endParaRPr sz="4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找汉字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Zhǎo hànzì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7" name="Google Shape;567;p50" title="Your paragraph text (52).png"/>
          <p:cNvPicPr preferRelativeResize="0"/>
          <p:nvPr/>
        </p:nvPicPr>
        <p:blipFill rotWithShape="1">
          <a:blip r:embed="rId3">
            <a:alphaModFix/>
          </a:blip>
          <a:srcRect b="26557" l="0" r="0" t="25468"/>
          <a:stretch/>
        </p:blipFill>
        <p:spPr>
          <a:xfrm>
            <a:off x="2733488" y="1620850"/>
            <a:ext cx="6725026" cy="456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51" title="U4L6 - 找汉字 (3).png"/>
          <p:cNvPicPr preferRelativeResize="0"/>
          <p:nvPr/>
        </p:nvPicPr>
        <p:blipFill rotWithShape="1">
          <a:blip r:embed="rId3">
            <a:alphaModFix/>
          </a:blip>
          <a:srcRect b="10644" l="0" r="0" t="14705"/>
          <a:stretch/>
        </p:blipFill>
        <p:spPr>
          <a:xfrm>
            <a:off x="2425725" y="1690825"/>
            <a:ext cx="7611090" cy="4016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4" name="Google Shape;574;p5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找汉字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Zhǎo hànzì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5" name="Google Shape;575;p51"/>
          <p:cNvSpPr/>
          <p:nvPr/>
        </p:nvSpPr>
        <p:spPr>
          <a:xfrm>
            <a:off x="3063775" y="2651250"/>
            <a:ext cx="827700" cy="615000"/>
          </a:xfrm>
          <a:prstGeom prst="ellipse">
            <a:avLst/>
          </a:prstGeom>
          <a:noFill/>
          <a:ln cap="flat" cmpd="sng" w="38100">
            <a:solidFill>
              <a:srgbClr val="2939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51"/>
          <p:cNvSpPr/>
          <p:nvPr/>
        </p:nvSpPr>
        <p:spPr>
          <a:xfrm>
            <a:off x="4469525" y="3889200"/>
            <a:ext cx="827700" cy="615000"/>
          </a:xfrm>
          <a:prstGeom prst="ellipse">
            <a:avLst/>
          </a:prstGeom>
          <a:noFill/>
          <a:ln cap="flat" cmpd="sng" w="38100">
            <a:solidFill>
              <a:srgbClr val="2939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7" name="Google Shape;577;p51" title="Your paragraph text (29).png"/>
          <p:cNvPicPr preferRelativeResize="0"/>
          <p:nvPr/>
        </p:nvPicPr>
        <p:blipFill rotWithShape="1">
          <a:blip r:embed="rId4">
            <a:alphaModFix/>
          </a:blip>
          <a:srcRect b="10394" l="0" r="0" t="0"/>
          <a:stretch/>
        </p:blipFill>
        <p:spPr>
          <a:xfrm flipH="1">
            <a:off x="8084674" y="1754674"/>
            <a:ext cx="3367526" cy="4267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8" name="Google Shape;578;p51"/>
          <p:cNvGrpSpPr/>
          <p:nvPr/>
        </p:nvGrpSpPr>
        <p:grpSpPr>
          <a:xfrm>
            <a:off x="394616" y="2022104"/>
            <a:ext cx="3272226" cy="4628314"/>
            <a:chOff x="1771875" y="2425838"/>
            <a:chExt cx="2780850" cy="3933300"/>
          </a:xfrm>
        </p:grpSpPr>
        <p:pic>
          <p:nvPicPr>
            <p:cNvPr id="579" name="Google Shape;579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 rot="1372551">
              <a:off x="3940410" y="3328378"/>
              <a:ext cx="411984" cy="5142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0" name="Google Shape;580;p51" title="Your paragraph text (21)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771875" y="2425838"/>
              <a:ext cx="2780850" cy="3933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1" name="Google Shape;581;p51"/>
          <p:cNvSpPr/>
          <p:nvPr/>
        </p:nvSpPr>
        <p:spPr>
          <a:xfrm>
            <a:off x="7915174" y="1700802"/>
            <a:ext cx="827700" cy="771300"/>
          </a:xfrm>
          <a:prstGeom prst="ellipse">
            <a:avLst/>
          </a:prstGeom>
          <a:noFill/>
          <a:ln cap="flat" cmpd="sng" w="38100">
            <a:solidFill>
              <a:srgbClr val="F636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找汉字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Zhǎo hànzì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8" name="Google Shape;588;p52" title="U4L6 - 找汉字 (3).png"/>
          <p:cNvPicPr preferRelativeResize="0"/>
          <p:nvPr/>
        </p:nvPicPr>
        <p:blipFill rotWithShape="1">
          <a:blip r:embed="rId3">
            <a:alphaModFix/>
          </a:blip>
          <a:srcRect b="10644" l="0" r="0" t="14705"/>
          <a:stretch/>
        </p:blipFill>
        <p:spPr>
          <a:xfrm>
            <a:off x="1808225" y="1614950"/>
            <a:ext cx="8873100" cy="468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3"/>
          <p:cNvSpPr txBox="1"/>
          <p:nvPr/>
        </p:nvSpPr>
        <p:spPr>
          <a:xfrm>
            <a:off x="5082875" y="2432775"/>
            <a:ext cx="786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再见！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Zàijiàn!</a:t>
            </a:r>
            <a:endParaRPr b="1" sz="3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Yuexuele theme">
  <a:themeElements>
    <a:clrScheme name="Office">
      <a:dk1>
        <a:srgbClr val="000000"/>
      </a:dk1>
      <a:lt1>
        <a:srgbClr val="F3F3F3"/>
      </a:lt1>
      <a:dk2>
        <a:srgbClr val="345585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