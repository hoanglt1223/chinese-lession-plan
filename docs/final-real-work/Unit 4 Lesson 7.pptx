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6858000" cx="12192000"/>
  <p:notesSz cx="6858000" cy="9144000"/>
  <p:embeddedFontLst>
    <p:embeddedFont>
      <p:font typeface="Architects Daughter"/>
      <p:regular r:id="rId46"/>
    </p:embeddedFont>
    <p:embeddedFont>
      <p:font typeface="Montserrat Black"/>
      <p:bold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  <p:embeddedFont>
      <p:font typeface="Cherry Cream Soda"/>
      <p:regular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ArchitectsDaughter-regular.fntdata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ontserratBlack-boldItalic.fntdata"/><Relationship Id="rId47" Type="http://schemas.openxmlformats.org/officeDocument/2006/relationships/font" Target="fonts/MontserratBlack-bold.fntdata"/><Relationship Id="rId49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CherryCreamSoda-regular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55" Type="http://schemas.openxmlformats.org/officeDocument/2006/relationships/font" Target="fonts/OpenSans-bold.fntdata"/><Relationship Id="rId10" Type="http://schemas.openxmlformats.org/officeDocument/2006/relationships/slide" Target="slides/slide6.xml"/><Relationship Id="rId54" Type="http://schemas.openxmlformats.org/officeDocument/2006/relationships/font" Target="fonts/OpenSans-regular.fntdata"/><Relationship Id="rId13" Type="http://schemas.openxmlformats.org/officeDocument/2006/relationships/slide" Target="slides/slide9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56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8aa2dffb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88aa2dffb6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981d34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981d344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8aa2dff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88aa2dffb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8aa2dff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8aa2dffb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9ed1f78b3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99ed1f78b3_0_6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9f0ad56b6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a9f0ad56b6_0_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99e3ffae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a99e3ffae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99e3ffae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a99e3ffaea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99e3ffae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a99e3ffaea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99e3ffae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99e3ffaea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99e3ffae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a99e3ffaea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99e3ffae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99e3ffaea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99e3ffa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a99e3ffae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99e3ffae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a99e3ffaea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99e3ffae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a99e3ffae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9f0ad56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a9f0ad56b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9f0ad56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a9f0ad56b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9f0ad56b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a9f0ad56b6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9f0ad56b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a9f0ad56b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9f0ad56b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a9f0ad56b6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9f0ad56b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a9f0ad56b6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9f0ad56b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a9f0ad56b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99e3ffae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a99e3ffaea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99e3ffae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a99e3ffaea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9f0ad56b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a9f0ad56b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99e3ffa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a99e3ffae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9f0ad56b6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a9f0ad56b6_0_3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9f0ad56b6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a9f0ad56b6_0_3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9f0ad56b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a9f0ad56b6_0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9f0ad56b6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a9f0ad56b6_0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9f0ad56b6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a9f0ad56b6_0_3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9f0ad56b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a9f0ad56b6_0_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9f0ad56b6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a9f0ad56b6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9f0ad56b6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a9f0ad56b6_0_3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9f0ad56b6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a9f0ad56b6_0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9f0ad56b6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a9f0ad56b6_0_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9f0ad56b6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a9f0ad56b6_0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a9f0ad56b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a9f0ad56b6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746079325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746079325e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0.png"/><Relationship Id="rId6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9415203" y="-544820"/>
            <a:ext cx="3976624" cy="39766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469102" y="4514136"/>
            <a:ext cx="5405843" cy="2790948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5137768" y="-1775142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-4481366" y="4690201"/>
            <a:ext cx="8923148" cy="3516588"/>
          </a:xfrm>
          <a:custGeom>
            <a:rect b="b" l="l" r="r" t="t"/>
            <a:pathLst>
              <a:path extrusionOk="0" h="6795340" w="16297987">
                <a:moveTo>
                  <a:pt x="0" y="0"/>
                </a:moveTo>
                <a:lnTo>
                  <a:pt x="16297986" y="0"/>
                </a:lnTo>
                <a:lnTo>
                  <a:pt x="16297986" y="6795340"/>
                </a:lnTo>
                <a:lnTo>
                  <a:pt x="0" y="6795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" name="Google Shape;14;p2"/>
          <p:cNvGrpSpPr/>
          <p:nvPr/>
        </p:nvGrpSpPr>
        <p:grpSpPr>
          <a:xfrm>
            <a:off x="1647682" y="4172077"/>
            <a:ext cx="3529942" cy="1157624"/>
            <a:chOff x="-320518" y="1116968"/>
            <a:chExt cx="4582555" cy="1502822"/>
          </a:xfrm>
        </p:grpSpPr>
        <p:pic>
          <p:nvPicPr>
            <p:cNvPr id="15" name="Google Shape;15;p2" title="Doc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0538" y="1116968"/>
              <a:ext cx="2251500" cy="1502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"/>
            <p:cNvSpPr txBox="1"/>
            <p:nvPr/>
          </p:nvSpPr>
          <p:spPr>
            <a:xfrm>
              <a:off x="-320518" y="1212190"/>
              <a:ext cx="2251500" cy="11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425" lIns="70425" spcFirstLastPara="1" rIns="70425" wrap="square" tIns="70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powered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" name="Google Shape;17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28525" r="0" t="0"/>
          <a:stretch/>
        </p:blipFill>
        <p:spPr>
          <a:xfrm>
            <a:off x="1608631" y="1900917"/>
            <a:ext cx="3607901" cy="204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0" r="70367" t="0"/>
          <a:stretch/>
        </p:blipFill>
        <p:spPr>
          <a:xfrm>
            <a:off x="5743364" y="1945050"/>
            <a:ext cx="2441932" cy="334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noFill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10589429" y="192917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10445469" y="490450"/>
            <a:ext cx="6077909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3261726" y="-2820400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1" name="Google Shape;31;p3"/>
              <p:cNvPicPr preferRelativeResize="0"/>
              <p:nvPr/>
            </p:nvPicPr>
            <p:blipFill rotWithShape="1">
              <a:blip r:embed="rId4">
                <a:alphaModFix/>
              </a:blip>
              <a:srcRect b="10669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32;p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3" name="Google Shape;3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" name="Google Shape;34;p3"/>
              <p:cNvCxnSpPr>
                <a:stCxn id="35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5" name="Google Shape;35;p3" title="YXL Bilingual - Blue Stacked.png"/>
            <p:cNvPicPr preferRelativeResize="0"/>
            <p:nvPr/>
          </p:nvPicPr>
          <p:blipFill rotWithShape="1">
            <a:blip r:embed="rId6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7285301" y="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4"/>
          <p:cNvSpPr/>
          <p:nvPr/>
        </p:nvSpPr>
        <p:spPr>
          <a:xfrm rot="-441143">
            <a:off x="7843278" y="-3995360"/>
            <a:ext cx="9572564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p4"/>
          <p:cNvSpPr/>
          <p:nvPr/>
        </p:nvSpPr>
        <p:spPr>
          <a:xfrm rot="-324576">
            <a:off x="-1347975" y="5512002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" name="Google Shape;45;p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ctrTitle"/>
          </p:nvPr>
        </p:nvSpPr>
        <p:spPr>
          <a:xfrm>
            <a:off x="1524000" y="175416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b="1"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524000" y="423383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5"/>
          <p:cNvSpPr/>
          <p:nvPr/>
        </p:nvSpPr>
        <p:spPr>
          <a:xfrm rot="-419202">
            <a:off x="7856663" y="-3808211"/>
            <a:ext cx="6993677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5"/>
          <p:cNvSpPr/>
          <p:nvPr/>
        </p:nvSpPr>
        <p:spPr>
          <a:xfrm rot="-324576">
            <a:off x="-325050" y="5108577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5"/>
          <p:cNvSpPr/>
          <p:nvPr/>
        </p:nvSpPr>
        <p:spPr>
          <a:xfrm>
            <a:off x="8913351" y="487780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 flipH="1" rot="-350370">
            <a:off x="8585408" y="5211485"/>
            <a:ext cx="4667542" cy="2571392"/>
          </a:xfrm>
          <a:custGeom>
            <a:rect b="b" l="l" r="r" t="t"/>
            <a:pathLst>
              <a:path extrusionOk="0" h="3875831" w="7035336">
                <a:moveTo>
                  <a:pt x="7035336" y="0"/>
                </a:moveTo>
                <a:lnTo>
                  <a:pt x="0" y="0"/>
                </a:lnTo>
                <a:lnTo>
                  <a:pt x="0" y="3875830"/>
                </a:lnTo>
                <a:lnTo>
                  <a:pt x="7035336" y="3875830"/>
                </a:lnTo>
                <a:lnTo>
                  <a:pt x="703533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7" name="Google Shape;57;p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66" name="Google Shape;66;p6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6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70" name="Google Shape;7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1" name="Google Shape;71;p6"/>
              <p:cNvCxnSpPr>
                <a:stCxn id="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72" name="Google Shape;72;p6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83" name="Google Shape;83;p7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84" name="Google Shape;84;p7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85" name="Google Shape;85;p7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7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87" name="Google Shape;8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8" name="Google Shape;88;p7"/>
              <p:cNvCxnSpPr>
                <a:stCxn id="8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89" name="Google Shape;89;p7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96" name="Google Shape;96;p8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98" name="Google Shape;98;p8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8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00" name="Google Shape;100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1" name="Google Shape;101;p8"/>
              <p:cNvCxnSpPr>
                <a:stCxn id="10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02" name="Google Shape;102;p8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09" name="Google Shape;109;p9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10" name="Google Shape;110;p9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9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12" name="Google Shape;112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3" name="Google Shape;113;p9"/>
              <p:cNvCxnSpPr>
                <a:stCxn id="11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14" name="Google Shape;114;p9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23" name="Google Shape;123;p10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24" name="Google Shape;124;p10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25" name="Google Shape;125;p10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10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27" name="Google Shape;12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" name="Google Shape;128;p10"/>
              <p:cNvCxnSpPr>
                <a:stCxn id="12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29" name="Google Shape;129;p10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0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11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38" name="Google Shape;138;p1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39" name="Google Shape;139;p11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40" name="Google Shape;140;p1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11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42" name="Google Shape;142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3" name="Google Shape;143;p11"/>
              <p:cNvCxnSpPr>
                <a:stCxn id="1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44" name="Google Shape;144;p11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1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52" name="Google Shape;152;p12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53" name="Google Shape;153;p12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54" name="Google Shape;154;p12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2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56" name="Google Shape;156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7" name="Google Shape;157;p12"/>
              <p:cNvCxnSpPr>
                <a:stCxn id="158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58" name="Google Shape;158;p12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66" name="Google Shape;166;p1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67" name="Google Shape;167;p1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70" name="Google Shape;17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1" name="Google Shape;171;p13"/>
              <p:cNvCxnSpPr>
                <a:stCxn id="1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72" name="Google Shape;172;p13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3184004" y="117742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394E"/>
              </a:solidFill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4311965" y="2181663"/>
            <a:ext cx="65460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8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-2450826" y="-403850"/>
            <a:ext cx="6555946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4"/>
          <p:cNvSpPr/>
          <p:nvPr/>
        </p:nvSpPr>
        <p:spPr>
          <a:xfrm>
            <a:off x="662235" y="1302589"/>
            <a:ext cx="5219928" cy="4792844"/>
          </a:xfrm>
          <a:custGeom>
            <a:rect b="b" l="l" r="r" t="t"/>
            <a:pathLst>
              <a:path extrusionOk="0" h="8021496" w="8736282">
                <a:moveTo>
                  <a:pt x="0" y="0"/>
                </a:moveTo>
                <a:lnTo>
                  <a:pt x="8736282" y="0"/>
                </a:lnTo>
                <a:lnTo>
                  <a:pt x="8736282" y="8021496"/>
                </a:lnTo>
                <a:lnTo>
                  <a:pt x="0" y="802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4"/>
          <p:cNvSpPr/>
          <p:nvPr/>
        </p:nvSpPr>
        <p:spPr>
          <a:xfrm>
            <a:off x="7360210" y="4729867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4"/>
          <p:cNvSpPr/>
          <p:nvPr/>
        </p:nvSpPr>
        <p:spPr>
          <a:xfrm>
            <a:off x="-2467800" y="5339072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p1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5780425" y="1789125"/>
            <a:ext cx="5426100" cy="3847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44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p15"/>
          <p:cNvSpPr/>
          <p:nvPr/>
        </p:nvSpPr>
        <p:spPr>
          <a:xfrm>
            <a:off x="3571322" y="-702875"/>
            <a:ext cx="4523434" cy="2492001"/>
          </a:xfrm>
          <a:custGeom>
            <a:rect b="b" l="l" r="r" t="t"/>
            <a:pathLst>
              <a:path extrusionOk="0" h="4530911" w="8224425">
                <a:moveTo>
                  <a:pt x="0" y="0"/>
                </a:moveTo>
                <a:lnTo>
                  <a:pt x="8224425" y="0"/>
                </a:lnTo>
                <a:lnTo>
                  <a:pt x="8224425" y="4530910"/>
                </a:lnTo>
                <a:lnTo>
                  <a:pt x="0" y="453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/>
          <p:nvPr/>
        </p:nvSpPr>
        <p:spPr>
          <a:xfrm>
            <a:off x="-743275" y="1046274"/>
            <a:ext cx="6576246" cy="5775139"/>
          </a:xfrm>
          <a:custGeom>
            <a:rect b="b" l="l" r="r" t="t"/>
            <a:pathLst>
              <a:path extrusionOk="0" h="10500253" w="11956810">
                <a:moveTo>
                  <a:pt x="0" y="0"/>
                </a:moveTo>
                <a:lnTo>
                  <a:pt x="11956810" y="0"/>
                </a:lnTo>
                <a:lnTo>
                  <a:pt x="11956810" y="10500253"/>
                </a:lnTo>
                <a:lnTo>
                  <a:pt x="0" y="1050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/>
          <p:nvPr/>
        </p:nvSpPr>
        <p:spPr>
          <a:xfrm flipH="1">
            <a:off x="9026540" y="5295222"/>
            <a:ext cx="4023360" cy="2216506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/>
          <p:nvPr/>
        </p:nvSpPr>
        <p:spPr>
          <a:xfrm>
            <a:off x="-560274" y="-702873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1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-4687062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0"/>
                </a:lnTo>
                <a:lnTo>
                  <a:pt x="0" y="7393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2" name="Google Shape;202;p16"/>
          <p:cNvGrpSpPr/>
          <p:nvPr/>
        </p:nvGrpSpPr>
        <p:grpSpPr>
          <a:xfrm>
            <a:off x="2736002" y="4300454"/>
            <a:ext cx="6718749" cy="225325"/>
            <a:chOff x="0" y="-76200"/>
            <a:chExt cx="3088228" cy="10356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3088228" cy="27369"/>
            </a:xfrm>
            <a:custGeom>
              <a:rect b="b" l="l" r="r" t="t"/>
              <a:pathLst>
                <a:path extrusionOk="0" h="27369" w="3088228">
                  <a:moveTo>
                    <a:pt x="0" y="0"/>
                  </a:moveTo>
                  <a:lnTo>
                    <a:pt x="3088228" y="0"/>
                  </a:lnTo>
                  <a:lnTo>
                    <a:pt x="3088228" y="27369"/>
                  </a:lnTo>
                  <a:lnTo>
                    <a:pt x="0" y="27369"/>
                  </a:lnTo>
                  <a:close/>
                </a:path>
              </a:pathLst>
            </a:custGeom>
            <a:solidFill>
              <a:srgbClr val="264D6D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0" y="-76200"/>
              <a:ext cx="3088200" cy="1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2654964" y="4414967"/>
            <a:ext cx="161991" cy="161991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373394" y="4414967"/>
            <a:ext cx="161991" cy="161991"/>
            <a:chOff x="0" y="0"/>
            <a:chExt cx="812800" cy="81280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6015250" y="4414967"/>
            <a:ext cx="161991" cy="161991"/>
            <a:chOff x="0" y="0"/>
            <a:chExt cx="8128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 flipH="1">
            <a:off x="9093288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0"/>
                </a:lnTo>
                <a:lnTo>
                  <a:pt x="13599606" y="7393240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 txBox="1"/>
          <p:nvPr/>
        </p:nvSpPr>
        <p:spPr>
          <a:xfrm>
            <a:off x="1826990" y="2591158"/>
            <a:ext cx="85365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1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MILESTONES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511057" y="3580678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 txBox="1"/>
          <p:nvPr/>
        </p:nvSpPr>
        <p:spPr>
          <a:xfrm>
            <a:off x="2236014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sz="800"/>
          </a:p>
        </p:txBody>
      </p:sp>
      <p:sp>
        <p:nvSpPr>
          <p:cNvPr id="218" name="Google Shape;218;p16"/>
          <p:cNvSpPr txBox="1"/>
          <p:nvPr/>
        </p:nvSpPr>
        <p:spPr>
          <a:xfrm>
            <a:off x="1792627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</a:t>
            </a: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ore et dolore magna aliqua. </a:t>
            </a:r>
            <a:endParaRPr sz="800"/>
          </a:p>
        </p:txBody>
      </p:sp>
      <p:sp>
        <p:nvSpPr>
          <p:cNvPr id="219" name="Google Shape;219;p16"/>
          <p:cNvSpPr txBox="1"/>
          <p:nvPr/>
        </p:nvSpPr>
        <p:spPr>
          <a:xfrm>
            <a:off x="5596301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2023</a:t>
            </a:r>
            <a:endParaRPr sz="800"/>
          </a:p>
        </p:txBody>
      </p:sp>
      <p:sp>
        <p:nvSpPr>
          <p:cNvPr id="220" name="Google Shape;220;p16"/>
          <p:cNvSpPr txBox="1"/>
          <p:nvPr/>
        </p:nvSpPr>
        <p:spPr>
          <a:xfrm>
            <a:off x="5152913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</a:t>
            </a: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ore et dolore magna aliqua. </a:t>
            </a:r>
            <a:endParaRPr sz="800"/>
          </a:p>
        </p:txBody>
      </p:sp>
      <p:sp>
        <p:nvSpPr>
          <p:cNvPr id="221" name="Google Shape;221;p16"/>
          <p:cNvSpPr txBox="1"/>
          <p:nvPr/>
        </p:nvSpPr>
        <p:spPr>
          <a:xfrm>
            <a:off x="8954445" y="4602035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800"/>
          </a:p>
        </p:txBody>
      </p:sp>
      <p:sp>
        <p:nvSpPr>
          <p:cNvPr id="222" name="Google Shape;222;p16"/>
          <p:cNvSpPr txBox="1"/>
          <p:nvPr/>
        </p:nvSpPr>
        <p:spPr>
          <a:xfrm>
            <a:off x="8511057" y="5026631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</a:t>
            </a: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ore et dolore magna aliqua. </a:t>
            </a:r>
            <a:endParaRPr sz="800"/>
          </a:p>
        </p:txBody>
      </p:sp>
      <p:sp>
        <p:nvSpPr>
          <p:cNvPr id="223" name="Google Shape;223;p16"/>
          <p:cNvSpPr/>
          <p:nvPr/>
        </p:nvSpPr>
        <p:spPr>
          <a:xfrm flipH="1">
            <a:off x="-4205191" y="3799251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1"/>
                </a:lnTo>
                <a:lnTo>
                  <a:pt x="13599606" y="7393241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4" name="Google Shape;224;p16" title="YXL Bilingual - Blue Stack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500" y="1669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7"/>
          <p:cNvGrpSpPr/>
          <p:nvPr/>
        </p:nvGrpSpPr>
        <p:grpSpPr>
          <a:xfrm>
            <a:off x="-1015880" y="3709853"/>
            <a:ext cx="3005978" cy="3005978"/>
            <a:chOff x="0" y="0"/>
            <a:chExt cx="812800" cy="8128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394E"/>
            </a:solidFill>
            <a:ln>
              <a:noFill/>
            </a:ln>
          </p:spPr>
          <p:txBody>
            <a:bodyPr anchorCtr="0" anchor="ctr" bIns="57375" lIns="57375" spcFirstLastPara="1" rIns="57375" wrap="square" tIns="57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875" lIns="31875" spcFirstLastPara="1" rIns="31875" wrap="square" tIns="318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6103753" y="-1886475"/>
            <a:ext cx="7193791" cy="3910807"/>
          </a:xfrm>
          <a:custGeom>
            <a:rect b="b" l="l" r="r" t="t"/>
            <a:pathLst>
              <a:path extrusionOk="0" h="6232361" w="11464209">
                <a:moveTo>
                  <a:pt x="0" y="0"/>
                </a:moveTo>
                <a:lnTo>
                  <a:pt x="11464208" y="0"/>
                </a:lnTo>
                <a:lnTo>
                  <a:pt x="11464208" y="6232361"/>
                </a:lnTo>
                <a:lnTo>
                  <a:pt x="0" y="623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7"/>
          <p:cNvSpPr/>
          <p:nvPr/>
        </p:nvSpPr>
        <p:spPr>
          <a:xfrm flipH="1">
            <a:off x="-5932773" y="5212839"/>
            <a:ext cx="11054113" cy="4666603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7"/>
          <p:cNvSpPr txBox="1"/>
          <p:nvPr/>
        </p:nvSpPr>
        <p:spPr>
          <a:xfrm>
            <a:off x="773000" y="2551616"/>
            <a:ext cx="10511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0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YUEXUELE VIETNAM ACADEMIC TEAM</a:t>
            </a:r>
            <a:endParaRPr sz="700">
              <a:solidFill>
                <a:srgbClr val="EF394E"/>
              </a:solidFill>
            </a:endParaRPr>
          </a:p>
        </p:txBody>
      </p:sp>
      <p:pic>
        <p:nvPicPr>
          <p:cNvPr id="236" name="Google Shape;236;p1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-257770" y="-748625"/>
            <a:ext cx="5668162" cy="2363303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2"/>
                </a:lnTo>
                <a:lnTo>
                  <a:pt x="0" y="379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8"/>
          <p:cNvSpPr/>
          <p:nvPr/>
        </p:nvSpPr>
        <p:spPr>
          <a:xfrm>
            <a:off x="-440275" y="-24121"/>
            <a:ext cx="6843739" cy="6022490"/>
          </a:xfrm>
          <a:custGeom>
            <a:rect b="b" l="l" r="r" t="t"/>
            <a:pathLst>
              <a:path extrusionOk="0" h="9674683" w="10993958">
                <a:moveTo>
                  <a:pt x="0" y="0"/>
                </a:moveTo>
                <a:lnTo>
                  <a:pt x="10993958" y="0"/>
                </a:lnTo>
                <a:lnTo>
                  <a:pt x="10993958" y="9674682"/>
                </a:lnTo>
                <a:lnTo>
                  <a:pt x="0" y="967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8"/>
          <p:cNvSpPr txBox="1"/>
          <p:nvPr/>
        </p:nvSpPr>
        <p:spPr>
          <a:xfrm>
            <a:off x="5101204" y="2371072"/>
            <a:ext cx="55137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</a:t>
            </a:r>
            <a:r>
              <a:rPr b="1" lang="zh-CN" sz="5900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</a:t>
            </a: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</a:t>
            </a:r>
            <a:endParaRPr sz="900"/>
          </a:p>
        </p:txBody>
      </p:sp>
      <p:sp>
        <p:nvSpPr>
          <p:cNvPr id="245" name="Google Shape;245;p18"/>
          <p:cNvSpPr/>
          <p:nvPr/>
        </p:nvSpPr>
        <p:spPr>
          <a:xfrm>
            <a:off x="8968473" y="5132539"/>
            <a:ext cx="4642684" cy="1935737"/>
          </a:xfrm>
          <a:custGeom>
            <a:rect b="b" l="l" r="r" t="t"/>
            <a:pathLst>
              <a:path extrusionOk="0" h="3109618" w="7458127">
                <a:moveTo>
                  <a:pt x="0" y="0"/>
                </a:moveTo>
                <a:lnTo>
                  <a:pt x="7458126" y="0"/>
                </a:lnTo>
                <a:lnTo>
                  <a:pt x="7458126" y="3109617"/>
                </a:lnTo>
                <a:lnTo>
                  <a:pt x="0" y="310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/>
          <p:nvPr/>
        </p:nvSpPr>
        <p:spPr>
          <a:xfrm flipH="1">
            <a:off x="-1965622" y="1299899"/>
            <a:ext cx="3046400" cy="1270177"/>
          </a:xfrm>
          <a:custGeom>
            <a:rect b="b" l="l" r="r" t="t"/>
            <a:pathLst>
              <a:path extrusionOk="0" h="2040445" w="4893815">
                <a:moveTo>
                  <a:pt x="4893815" y="0"/>
                </a:moveTo>
                <a:lnTo>
                  <a:pt x="0" y="0"/>
                </a:lnTo>
                <a:lnTo>
                  <a:pt x="0" y="2040445"/>
                </a:lnTo>
                <a:lnTo>
                  <a:pt x="4893815" y="2040445"/>
                </a:lnTo>
                <a:lnTo>
                  <a:pt x="489381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7" name="Google Shape;247;p18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800" y="2298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 rot="296900">
            <a:off x="-176988" y="1843611"/>
            <a:ext cx="6138925" cy="5748267"/>
          </a:xfrm>
          <a:custGeom>
            <a:rect b="b" l="l" r="r" t="t"/>
            <a:pathLst>
              <a:path extrusionOk="0" h="9916610" w="10590554">
                <a:moveTo>
                  <a:pt x="0" y="0"/>
                </a:moveTo>
                <a:lnTo>
                  <a:pt x="10590554" y="0"/>
                </a:lnTo>
                <a:lnTo>
                  <a:pt x="10590554" y="9916610"/>
                </a:lnTo>
                <a:lnTo>
                  <a:pt x="0" y="991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 flipH="1">
            <a:off x="8991574" y="-733497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9"/>
          <p:cNvSpPr txBox="1"/>
          <p:nvPr/>
        </p:nvSpPr>
        <p:spPr>
          <a:xfrm>
            <a:off x="5564686" y="1350781"/>
            <a:ext cx="4169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44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PRODUCTION PROCESS</a:t>
            </a:r>
            <a:endParaRPr sz="800"/>
          </a:p>
        </p:txBody>
      </p:sp>
      <p:sp>
        <p:nvSpPr>
          <p:cNvPr id="252" name="Google Shape;252;p19"/>
          <p:cNvSpPr/>
          <p:nvPr/>
        </p:nvSpPr>
        <p:spPr>
          <a:xfrm flipH="1">
            <a:off x="8042488" y="5135429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1"/>
                </a:lnTo>
                <a:lnTo>
                  <a:pt x="7315200" y="4030011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19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4869911" y="-2579757"/>
            <a:ext cx="10319744" cy="4446872"/>
          </a:xfrm>
          <a:custGeom>
            <a:rect b="b" l="l" r="r" t="t"/>
            <a:pathLst>
              <a:path extrusionOk="0" h="6285331" w="14586210">
                <a:moveTo>
                  <a:pt x="0" y="0"/>
                </a:moveTo>
                <a:lnTo>
                  <a:pt x="14586210" y="0"/>
                </a:lnTo>
                <a:lnTo>
                  <a:pt x="14586210" y="6285330"/>
                </a:lnTo>
                <a:lnTo>
                  <a:pt x="0" y="6285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0"/>
          <p:cNvSpPr txBox="1"/>
          <p:nvPr/>
        </p:nvSpPr>
        <p:spPr>
          <a:xfrm>
            <a:off x="533401" y="1819039"/>
            <a:ext cx="77508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3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CONTACT</a:t>
            </a:r>
            <a:endParaRPr sz="900"/>
          </a:p>
        </p:txBody>
      </p:sp>
      <p:grpSp>
        <p:nvGrpSpPr>
          <p:cNvPr id="257" name="Google Shape;257;p20"/>
          <p:cNvGrpSpPr/>
          <p:nvPr/>
        </p:nvGrpSpPr>
        <p:grpSpPr>
          <a:xfrm>
            <a:off x="7916878" y="1762349"/>
            <a:ext cx="4234119" cy="4234119"/>
            <a:chOff x="0" y="0"/>
            <a:chExt cx="812800" cy="8128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64725" lIns="64725" spcFirstLastPara="1" rIns="64725" wrap="square" tIns="64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0"/>
          <p:cNvSpPr/>
          <p:nvPr/>
        </p:nvSpPr>
        <p:spPr>
          <a:xfrm flipH="1">
            <a:off x="712231" y="4176221"/>
            <a:ext cx="12463402" cy="5261548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20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F386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831850" y="4225669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65" name="Google Shape;265;p2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482992" y="4589028"/>
              <a:ext cx="8497082" cy="277009"/>
              <a:chOff x="1120971" y="6118869"/>
              <a:chExt cx="10851957" cy="369346"/>
            </a:xfrm>
          </p:grpSpPr>
          <p:pic>
            <p:nvPicPr>
              <p:cNvPr id="267" name="Google Shape;267;p2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8" name="Google Shape;268;p21"/>
              <p:cNvCxnSpPr>
                <a:stCxn id="26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269" name="Google Shape;269;p21" title="YXL Bilingual - Blue Stacked.png"/>
            <p:cNvPicPr preferRelativeResize="0"/>
            <p:nvPr/>
          </p:nvPicPr>
          <p:blipFill rotWithShape="1">
            <a:blip r:embed="rId3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21" title="YXL Bilingual - White Sta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0" y="474133"/>
            <a:ext cx="2494134" cy="100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Text">
  <p:cSld name="Body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872067" y="449800"/>
            <a:ext cx="8374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398E"/>
              </a:buClr>
              <a:buSzPts val="3700"/>
              <a:buFont typeface="Cherry Cream Soda"/>
              <a:buNone/>
              <a:defRPr b="1" sz="3700">
                <a:solidFill>
                  <a:srgbClr val="29398E"/>
                </a:solidFill>
                <a:latin typeface="Cherry Cream Soda"/>
                <a:ea typeface="Cherry Cream Soda"/>
                <a:cs typeface="Cherry Cream Soda"/>
                <a:sym typeface="Cherry Cream Sod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838200" y="1503433"/>
            <a:ext cx="93165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chitects Daughter"/>
              <a:buChar char="●"/>
              <a:defRPr sz="2100"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46355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indent="-46355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indent="-46355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indent="-46355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indent="-463550" lvl="5" marL="2743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indent="-463550" lvl="6" marL="3200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indent="-463550" lvl="7" marL="3657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indent="-463550" lvl="8" marL="4114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9120" y="5966661"/>
            <a:ext cx="523842" cy="523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7896" y="-1119527"/>
            <a:ext cx="2566287" cy="25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>
            <p:ph idx="12" type="sldNum"/>
          </p:nvPr>
        </p:nvSpPr>
        <p:spPr>
          <a:xfrm>
            <a:off x="940456" y="6264531"/>
            <a:ext cx="36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00" lIns="60900" spcFirstLastPara="1" rIns="60900" wrap="square" tIns="60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cap="flat" cmpd="sng" w="9525">
            <a:solidFill>
              <a:srgbClr val="D14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74C"/>
              </a:buClr>
              <a:buSzPts val="4400"/>
              <a:buFont typeface="Montserrat Black"/>
              <a:buNone/>
              <a:defRPr i="0" sz="4400" u="none" cap="none" strike="noStrike">
                <a:solidFill>
                  <a:srgbClr val="F537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2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hyperlink" Target="https://wordwall.net/play/102584/068/409" TargetMode="External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hyperlink" Target="http://drive.google.com/file/d/1o0Xc6FJKWm6iB1eBLkFEH-vmk8thS1su/view" TargetMode="External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hyperlink" Target="https://wordwall.net/play/102585/588/613" TargetMode="External"/><Relationship Id="rId6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Relationship Id="rId4" Type="http://schemas.openxmlformats.org/officeDocument/2006/relationships/image" Target="../media/image49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/>
        </p:nvSpPr>
        <p:spPr>
          <a:xfrm>
            <a:off x="2115375" y="25520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Unit 4 lesson 7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2207625" y="35063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三个苹果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点名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Diǎnmíng</a:t>
            </a:r>
            <a:endParaRPr sz="2750">
              <a:solidFill>
                <a:srgbClr val="002060"/>
              </a:solidFill>
            </a:endParaRPr>
          </a:p>
        </p:txBody>
      </p:sp>
      <p:pic>
        <p:nvPicPr>
          <p:cNvPr id="288" name="Google Shape;288;p24" title="Ảnh chụp Màn hình 2025-08-20 lúc 12.04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042263" y="329350"/>
            <a:ext cx="6338551" cy="5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35055" l="7630" r="6348" t="36099"/>
          <a:stretch/>
        </p:blipFill>
        <p:spPr>
          <a:xfrm rot="5400000">
            <a:off x="2667125" y="2151450"/>
            <a:ext cx="4828725" cy="22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title="Ảnh chụp Màn hình 2025-08-15 lúc 13.37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41313" y="1627856"/>
            <a:ext cx="2216497" cy="28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999992" y="4146787"/>
            <a:ext cx="6325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sit nicely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3">
            <a:alphaModFix/>
          </a:blip>
          <a:srcRect b="29504" l="7716" r="8320" t="21475"/>
          <a:stretch/>
        </p:blipFill>
        <p:spPr>
          <a:xfrm rot="5400000">
            <a:off x="3372200" y="1192761"/>
            <a:ext cx="5021125" cy="4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title="Ảnh chụp Màn hình 2025-08-15 lúc 13.41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941128" y="2164982"/>
            <a:ext cx="2262275" cy="20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6135950" y="4146775"/>
            <a:ext cx="6189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listen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3">
            <a:alphaModFix/>
          </a:blip>
          <a:srcRect b="22883" l="33903" r="34063" t="22147"/>
          <a:stretch/>
        </p:blipFill>
        <p:spPr>
          <a:xfrm rot="5400000">
            <a:off x="2648382" y="1977099"/>
            <a:ext cx="4245874" cy="409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/>
          <p:cNvPicPr preferRelativeResize="0"/>
          <p:nvPr/>
        </p:nvPicPr>
        <p:blipFill rotWithShape="1">
          <a:blip r:embed="rId4">
            <a:alphaModFix/>
          </a:blip>
          <a:srcRect b="14408" l="45320" r="39726" t="24305"/>
          <a:stretch/>
        </p:blipFill>
        <p:spPr>
          <a:xfrm rot="5400000">
            <a:off x="8520982" y="1095306"/>
            <a:ext cx="1777714" cy="40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7677446" y="4093874"/>
            <a:ext cx="3464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00" lIns="105600" spcFirstLastPara="1" rIns="105600" wrap="square" tIns="1056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yes on me</a:t>
            </a:r>
            <a:endParaRPr sz="161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3">
            <a:alphaModFix/>
          </a:blip>
          <a:srcRect b="13303" l="8726" r="10471" t="17189"/>
          <a:stretch/>
        </p:blipFill>
        <p:spPr>
          <a:xfrm rot="5400000">
            <a:off x="2138750" y="1535250"/>
            <a:ext cx="3958426" cy="4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 title="Ảnh chụp Màn hình 2025-08-15 lúc 13.37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33850" y="1958547"/>
            <a:ext cx="2479184" cy="323924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6101275" y="4607285"/>
            <a:ext cx="626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050" lIns="124050" spcFirstLastPara="1" rIns="124050" wrap="square" tIns="124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13">
                <a:latin typeface="Montserrat"/>
                <a:ea typeface="Montserrat"/>
                <a:cs typeface="Montserrat"/>
                <a:sym typeface="Montserrat"/>
              </a:rPr>
              <a:t>quiet</a:t>
            </a:r>
            <a:endParaRPr sz="27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最强大脑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Zuì qiáng dànǎo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326" name="Google Shape;3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3911" y="136175"/>
            <a:ext cx="2143814" cy="183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 rotWithShape="1">
          <a:blip r:embed="rId4">
            <a:alphaModFix/>
          </a:blip>
          <a:srcRect b="12256" l="19029" r="14574" t="41051"/>
          <a:stretch/>
        </p:blipFill>
        <p:spPr>
          <a:xfrm>
            <a:off x="2186232" y="1675350"/>
            <a:ext cx="4486018" cy="446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8225" y="3141375"/>
            <a:ext cx="2578050" cy="255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单声母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Dān shēngmǔ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334" name="Google Shape;334;p30" title="U4L7+8 (1).png"/>
          <p:cNvPicPr preferRelativeResize="0"/>
          <p:nvPr/>
        </p:nvPicPr>
        <p:blipFill rotWithShape="1">
          <a:blip r:embed="rId3">
            <a:alphaModFix/>
          </a:blip>
          <a:srcRect b="2560" l="4109" r="54166" t="77368"/>
          <a:stretch/>
        </p:blipFill>
        <p:spPr>
          <a:xfrm>
            <a:off x="287891" y="2650163"/>
            <a:ext cx="2691994" cy="18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0" title="U4L7+8 (1).png"/>
          <p:cNvPicPr preferRelativeResize="0"/>
          <p:nvPr/>
        </p:nvPicPr>
        <p:blipFill rotWithShape="1">
          <a:blip r:embed="rId3">
            <a:alphaModFix/>
          </a:blip>
          <a:srcRect b="2491" l="53262" r="5011" t="77642"/>
          <a:stretch/>
        </p:blipFill>
        <p:spPr>
          <a:xfrm>
            <a:off x="3262634" y="2632343"/>
            <a:ext cx="2691994" cy="181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0" title="U4L7+8.png"/>
          <p:cNvPicPr preferRelativeResize="0"/>
          <p:nvPr/>
        </p:nvPicPr>
        <p:blipFill rotWithShape="1">
          <a:blip r:embed="rId4">
            <a:alphaModFix/>
          </a:blip>
          <a:srcRect b="77420" l="4180" r="53971" t="2683"/>
          <a:stretch/>
        </p:blipFill>
        <p:spPr>
          <a:xfrm>
            <a:off x="6237378" y="2642579"/>
            <a:ext cx="2691994" cy="181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0" title="U4L7+8.png"/>
          <p:cNvPicPr preferRelativeResize="0"/>
          <p:nvPr/>
        </p:nvPicPr>
        <p:blipFill rotWithShape="1">
          <a:blip r:embed="rId4">
            <a:alphaModFix/>
          </a:blip>
          <a:srcRect b="77422" l="54318" r="3833" t="2681"/>
          <a:stretch/>
        </p:blipFill>
        <p:spPr>
          <a:xfrm>
            <a:off x="9212121" y="2679039"/>
            <a:ext cx="2691994" cy="181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 title="b, p, m, f audio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4075" y="365130"/>
            <a:ext cx="829100" cy="8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单声母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Dān shēngmǔ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4737899" y="2084250"/>
            <a:ext cx="2716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单声母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Dān shēngmǔ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50" name="Google Shape;350;p32"/>
          <p:cNvSpPr txBox="1"/>
          <p:nvPr/>
        </p:nvSpPr>
        <p:spPr>
          <a:xfrm>
            <a:off x="4737899" y="2084250"/>
            <a:ext cx="2716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单声母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Dān shēngmǔ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4737899" y="2084250"/>
            <a:ext cx="2716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单声母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Dān shēngmǔ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4737899" y="2084250"/>
            <a:ext cx="2716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单声母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Dān shēngmǔ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368" name="Google Shape;368;p35" title="U4L7+8 (1).png"/>
          <p:cNvPicPr preferRelativeResize="0"/>
          <p:nvPr/>
        </p:nvPicPr>
        <p:blipFill rotWithShape="1">
          <a:blip r:embed="rId3">
            <a:alphaModFix/>
          </a:blip>
          <a:srcRect b="2560" l="4109" r="54166" t="77368"/>
          <a:stretch/>
        </p:blipFill>
        <p:spPr>
          <a:xfrm>
            <a:off x="287891" y="2650163"/>
            <a:ext cx="2691994" cy="18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5" title="U4L7+8 (1).png"/>
          <p:cNvPicPr preferRelativeResize="0"/>
          <p:nvPr/>
        </p:nvPicPr>
        <p:blipFill rotWithShape="1">
          <a:blip r:embed="rId3">
            <a:alphaModFix/>
          </a:blip>
          <a:srcRect b="2491" l="53262" r="5011" t="77642"/>
          <a:stretch/>
        </p:blipFill>
        <p:spPr>
          <a:xfrm>
            <a:off x="3262634" y="2632343"/>
            <a:ext cx="2691994" cy="181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5" title="U4L7+8.png"/>
          <p:cNvPicPr preferRelativeResize="0"/>
          <p:nvPr/>
        </p:nvPicPr>
        <p:blipFill rotWithShape="1">
          <a:blip r:embed="rId4">
            <a:alphaModFix/>
          </a:blip>
          <a:srcRect b="77420" l="4180" r="53971" t="2683"/>
          <a:stretch/>
        </p:blipFill>
        <p:spPr>
          <a:xfrm>
            <a:off x="6237378" y="2642579"/>
            <a:ext cx="2691994" cy="181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5" title="U4L7+8.png"/>
          <p:cNvPicPr preferRelativeResize="0"/>
          <p:nvPr/>
        </p:nvPicPr>
        <p:blipFill rotWithShape="1">
          <a:blip r:embed="rId4">
            <a:alphaModFix/>
          </a:blip>
          <a:srcRect b="77422" l="54318" r="3833" t="2681"/>
          <a:stretch/>
        </p:blipFill>
        <p:spPr>
          <a:xfrm>
            <a:off x="9212121" y="2679039"/>
            <a:ext cx="2691994" cy="1810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6" title="U4L7+8 (1).png"/>
          <p:cNvPicPr preferRelativeResize="0"/>
          <p:nvPr/>
        </p:nvPicPr>
        <p:blipFill rotWithShape="1">
          <a:blip r:embed="rId3">
            <a:alphaModFix/>
          </a:blip>
          <a:srcRect b="2560" l="4109" r="54166" t="77368"/>
          <a:stretch/>
        </p:blipFill>
        <p:spPr>
          <a:xfrm>
            <a:off x="1075099" y="1836731"/>
            <a:ext cx="2382028" cy="1620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6" title="U4L7+8 (1).png"/>
          <p:cNvPicPr preferRelativeResize="0"/>
          <p:nvPr/>
        </p:nvPicPr>
        <p:blipFill rotWithShape="1">
          <a:blip r:embed="rId3">
            <a:alphaModFix/>
          </a:blip>
          <a:srcRect b="2491" l="53262" r="5011" t="77642"/>
          <a:stretch/>
        </p:blipFill>
        <p:spPr>
          <a:xfrm>
            <a:off x="3707321" y="1820963"/>
            <a:ext cx="2382028" cy="160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6" title="U4L7+8.png"/>
          <p:cNvPicPr preferRelativeResize="0"/>
          <p:nvPr/>
        </p:nvPicPr>
        <p:blipFill rotWithShape="1">
          <a:blip r:embed="rId4">
            <a:alphaModFix/>
          </a:blip>
          <a:srcRect b="77420" l="4180" r="53971" t="2683"/>
          <a:stretch/>
        </p:blipFill>
        <p:spPr>
          <a:xfrm>
            <a:off x="6339542" y="1830020"/>
            <a:ext cx="2382028" cy="1601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6" title="U4L7+8.png"/>
          <p:cNvPicPr preferRelativeResize="0"/>
          <p:nvPr/>
        </p:nvPicPr>
        <p:blipFill rotWithShape="1">
          <a:blip r:embed="rId4">
            <a:alphaModFix/>
          </a:blip>
          <a:srcRect b="77422" l="54318" r="3833" t="2681"/>
          <a:stretch/>
        </p:blipFill>
        <p:spPr>
          <a:xfrm>
            <a:off x="8971764" y="1862282"/>
            <a:ext cx="2382028" cy="1601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976941" y="1879088"/>
            <a:ext cx="3140102" cy="4572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7265" y="2367591"/>
            <a:ext cx="2776750" cy="40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拍一拍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Pāi yi pāi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宾果游戏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īn guǒ yóuxì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388" name="Google Shape;3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031475"/>
            <a:ext cx="3825125" cy="38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9425" y="1324888"/>
            <a:ext cx="3825125" cy="340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宾果游戏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īn guǒ yóuxì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395" name="Google Shape;395;p38" title="U4L7+8 (1).png"/>
          <p:cNvPicPr preferRelativeResize="0"/>
          <p:nvPr/>
        </p:nvPicPr>
        <p:blipFill rotWithShape="1">
          <a:blip r:embed="rId3">
            <a:alphaModFix/>
          </a:blip>
          <a:srcRect b="77133" l="3976" r="53896" t="2830"/>
          <a:stretch/>
        </p:blipFill>
        <p:spPr>
          <a:xfrm>
            <a:off x="3158479" y="1713776"/>
            <a:ext cx="1961907" cy="131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8" title="U4L7+8 (1).png"/>
          <p:cNvPicPr preferRelativeResize="0"/>
          <p:nvPr/>
        </p:nvPicPr>
        <p:blipFill rotWithShape="1">
          <a:blip r:embed="rId3">
            <a:alphaModFix/>
          </a:blip>
          <a:srcRect b="52666" l="4289" r="53986" t="27552"/>
          <a:stretch/>
        </p:blipFill>
        <p:spPr>
          <a:xfrm>
            <a:off x="7430319" y="1690825"/>
            <a:ext cx="1968111" cy="131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8" title="U4L7+8 (1).png"/>
          <p:cNvPicPr preferRelativeResize="0"/>
          <p:nvPr/>
        </p:nvPicPr>
        <p:blipFill rotWithShape="1">
          <a:blip r:embed="rId3">
            <a:alphaModFix/>
          </a:blip>
          <a:srcRect b="77465" l="53957" r="4318" t="2753"/>
          <a:stretch/>
        </p:blipFill>
        <p:spPr>
          <a:xfrm>
            <a:off x="5291297" y="1699689"/>
            <a:ext cx="1968111" cy="131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8" title="U4L7+8 (1).png"/>
          <p:cNvPicPr preferRelativeResize="0"/>
          <p:nvPr/>
        </p:nvPicPr>
        <p:blipFill rotWithShape="1">
          <a:blip r:embed="rId3">
            <a:alphaModFix/>
          </a:blip>
          <a:srcRect b="52367" l="54086" r="4189" t="27562"/>
          <a:stretch/>
        </p:blipFill>
        <p:spPr>
          <a:xfrm>
            <a:off x="3158469" y="3223314"/>
            <a:ext cx="1988363" cy="1352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8" title="U4L7+8 (1).png"/>
          <p:cNvPicPr preferRelativeResize="0"/>
          <p:nvPr/>
        </p:nvPicPr>
        <p:blipFill rotWithShape="1">
          <a:blip r:embed="rId3">
            <a:alphaModFix/>
          </a:blip>
          <a:srcRect b="27483" l="4092" r="53755" t="52447"/>
          <a:stretch/>
        </p:blipFill>
        <p:spPr>
          <a:xfrm>
            <a:off x="5317746" y="3214566"/>
            <a:ext cx="1988363" cy="13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8" title="U4L7+8 (1).png"/>
          <p:cNvPicPr preferRelativeResize="0"/>
          <p:nvPr/>
        </p:nvPicPr>
        <p:blipFill rotWithShape="1">
          <a:blip r:embed="rId3">
            <a:alphaModFix/>
          </a:blip>
          <a:srcRect b="27648" l="53108" r="4738" t="52280"/>
          <a:stretch/>
        </p:blipFill>
        <p:spPr>
          <a:xfrm>
            <a:off x="7477023" y="3223317"/>
            <a:ext cx="1988363" cy="13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8" title="U4L7+8 (1).png"/>
          <p:cNvPicPr preferRelativeResize="0"/>
          <p:nvPr/>
        </p:nvPicPr>
        <p:blipFill rotWithShape="1">
          <a:blip r:embed="rId3">
            <a:alphaModFix/>
          </a:blip>
          <a:srcRect b="2560" l="4109" r="54166" t="77368"/>
          <a:stretch/>
        </p:blipFill>
        <p:spPr>
          <a:xfrm>
            <a:off x="1805974" y="4779013"/>
            <a:ext cx="1988377" cy="135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8" title="U4L7+8 (1).png"/>
          <p:cNvPicPr preferRelativeResize="0"/>
          <p:nvPr/>
        </p:nvPicPr>
        <p:blipFill rotWithShape="1">
          <a:blip r:embed="rId3">
            <a:alphaModFix/>
          </a:blip>
          <a:srcRect b="2491" l="53262" r="5011" t="77642"/>
          <a:stretch/>
        </p:blipFill>
        <p:spPr>
          <a:xfrm>
            <a:off x="4003198" y="4765850"/>
            <a:ext cx="1988377" cy="133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8" title="U4L7+8.png"/>
          <p:cNvPicPr preferRelativeResize="0"/>
          <p:nvPr/>
        </p:nvPicPr>
        <p:blipFill rotWithShape="1">
          <a:blip r:embed="rId4">
            <a:alphaModFix/>
          </a:blip>
          <a:srcRect b="77420" l="4180" r="53971" t="2683"/>
          <a:stretch/>
        </p:blipFill>
        <p:spPr>
          <a:xfrm>
            <a:off x="6200422" y="4773411"/>
            <a:ext cx="1988377" cy="133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8" title="U4L7+8.png"/>
          <p:cNvPicPr preferRelativeResize="0"/>
          <p:nvPr/>
        </p:nvPicPr>
        <p:blipFill rotWithShape="1">
          <a:blip r:embed="rId4">
            <a:alphaModFix/>
          </a:blip>
          <a:srcRect b="77422" l="54318" r="3833" t="2681"/>
          <a:stretch/>
        </p:blipFill>
        <p:spPr>
          <a:xfrm>
            <a:off x="8397646" y="4800341"/>
            <a:ext cx="1988377" cy="133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8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04725" y="194800"/>
            <a:ext cx="1496025" cy="14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-843600" y="2265686"/>
            <a:ext cx="13879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ā = 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ā</a:t>
            </a:r>
            <a:endParaRPr b="1" sz="15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17" name="Google Shape;417;p40"/>
          <p:cNvSpPr txBox="1"/>
          <p:nvPr/>
        </p:nvSpPr>
        <p:spPr>
          <a:xfrm>
            <a:off x="-843600" y="2265686"/>
            <a:ext cx="13879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á = 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á</a:t>
            </a:r>
            <a:endParaRPr b="1" sz="15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23" name="Google Shape;423;p41"/>
          <p:cNvSpPr txBox="1"/>
          <p:nvPr/>
        </p:nvSpPr>
        <p:spPr>
          <a:xfrm>
            <a:off x="-843600" y="2265686"/>
            <a:ext cx="13879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ǎ = 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ǎ</a:t>
            </a:r>
            <a:endParaRPr b="1" sz="15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29" name="Google Shape;429;p42"/>
          <p:cNvSpPr txBox="1"/>
          <p:nvPr/>
        </p:nvSpPr>
        <p:spPr>
          <a:xfrm>
            <a:off x="-843600" y="2265686"/>
            <a:ext cx="138792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à = 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1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à</a:t>
            </a:r>
            <a:endParaRPr b="1" sz="15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35" name="Google Shape;435;p43"/>
          <p:cNvSpPr txBox="1"/>
          <p:nvPr/>
        </p:nvSpPr>
        <p:spPr>
          <a:xfrm>
            <a:off x="2631351" y="2873799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bō  bó  bǒ  bò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43"/>
          <p:cNvSpPr txBox="1"/>
          <p:nvPr/>
        </p:nvSpPr>
        <p:spPr>
          <a:xfrm>
            <a:off x="2649684" y="3966833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bī    bí   bǐ   bì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43"/>
          <p:cNvSpPr txBox="1"/>
          <p:nvPr/>
        </p:nvSpPr>
        <p:spPr>
          <a:xfrm>
            <a:off x="2658851" y="1780764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bā  bá  bǎ   bà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43"/>
          <p:cNvSpPr txBox="1"/>
          <p:nvPr/>
        </p:nvSpPr>
        <p:spPr>
          <a:xfrm>
            <a:off x="2640517" y="5059867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bū  bú  bǔ  bù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44" name="Google Shape;444;p44"/>
          <p:cNvSpPr txBox="1"/>
          <p:nvPr/>
        </p:nvSpPr>
        <p:spPr>
          <a:xfrm>
            <a:off x="2640535" y="1623358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pā  pá  pǎ   pà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44"/>
          <p:cNvSpPr txBox="1"/>
          <p:nvPr/>
        </p:nvSpPr>
        <p:spPr>
          <a:xfrm>
            <a:off x="2627217" y="2790770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pō  pó  pǒ  pò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44"/>
          <p:cNvSpPr txBox="1"/>
          <p:nvPr/>
        </p:nvSpPr>
        <p:spPr>
          <a:xfrm>
            <a:off x="2613899" y="3958181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pī   pí   pǐ   pì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44"/>
          <p:cNvSpPr txBox="1"/>
          <p:nvPr/>
        </p:nvSpPr>
        <p:spPr>
          <a:xfrm>
            <a:off x="2608882" y="5125592"/>
            <a:ext cx="68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pū  pú  pǔ  pù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53" name="Google Shape;453;p45"/>
          <p:cNvSpPr txBox="1"/>
          <p:nvPr/>
        </p:nvSpPr>
        <p:spPr>
          <a:xfrm>
            <a:off x="2481004" y="1690825"/>
            <a:ext cx="72300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250" lIns="80250" spcFirstLastPara="1" rIns="80250" wrap="square" tIns="8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614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mā  má  mǎ   mà</a:t>
            </a:r>
            <a:endParaRPr sz="614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45"/>
          <p:cNvSpPr txBox="1"/>
          <p:nvPr/>
        </p:nvSpPr>
        <p:spPr>
          <a:xfrm>
            <a:off x="2534404" y="2884856"/>
            <a:ext cx="71232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250" lIns="80250" spcFirstLastPara="1" rIns="80250" wrap="square" tIns="8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614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mō  mó  mǒ  mò</a:t>
            </a:r>
            <a:endParaRPr sz="614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45"/>
          <p:cNvSpPr txBox="1"/>
          <p:nvPr/>
        </p:nvSpPr>
        <p:spPr>
          <a:xfrm>
            <a:off x="2481004" y="4078888"/>
            <a:ext cx="72300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250" lIns="80250" spcFirstLastPara="1" rIns="80250" wrap="square" tIns="8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614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mī    mí   mǐ   mì</a:t>
            </a:r>
            <a:endParaRPr sz="614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45"/>
          <p:cNvSpPr txBox="1"/>
          <p:nvPr/>
        </p:nvSpPr>
        <p:spPr>
          <a:xfrm>
            <a:off x="2313004" y="5272919"/>
            <a:ext cx="75660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250" lIns="80250" spcFirstLastPara="1" rIns="80250" wrap="square" tIns="8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614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mū  mú  mǔ  mù</a:t>
            </a:r>
            <a:endParaRPr sz="614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声母和韵母的结合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Shēngmǔ hé yùnmǔ de jiéhé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62" name="Google Shape;462;p46"/>
          <p:cNvSpPr txBox="1"/>
          <p:nvPr/>
        </p:nvSpPr>
        <p:spPr>
          <a:xfrm>
            <a:off x="3090042" y="2001174"/>
            <a:ext cx="5899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fā  fá  fǎ   fà</a:t>
            </a:r>
            <a:endParaRPr/>
          </a:p>
        </p:txBody>
      </p:sp>
      <p:sp>
        <p:nvSpPr>
          <p:cNvPr id="463" name="Google Shape;463;p46"/>
          <p:cNvSpPr txBox="1"/>
          <p:nvPr/>
        </p:nvSpPr>
        <p:spPr>
          <a:xfrm>
            <a:off x="3045071" y="3289077"/>
            <a:ext cx="5899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fō  fó  fǒ  fò</a:t>
            </a:r>
            <a:endParaRPr/>
          </a:p>
        </p:txBody>
      </p:sp>
      <p:sp>
        <p:nvSpPr>
          <p:cNvPr id="464" name="Google Shape;464;p46"/>
          <p:cNvSpPr txBox="1"/>
          <p:nvPr/>
        </p:nvSpPr>
        <p:spPr>
          <a:xfrm>
            <a:off x="3045071" y="4576980"/>
            <a:ext cx="5899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fū  fú  fǔ  fù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听音填表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Tīng yīn tián </a:t>
            </a: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iǎo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470" name="Google Shape;470;p47"/>
          <p:cNvPicPr preferRelativeResize="0"/>
          <p:nvPr/>
        </p:nvPicPr>
        <p:blipFill rotWithShape="1">
          <a:blip r:embed="rId3">
            <a:alphaModFix/>
          </a:blip>
          <a:srcRect b="64479" l="51492" r="7213" t="4625"/>
          <a:stretch/>
        </p:blipFill>
        <p:spPr>
          <a:xfrm>
            <a:off x="10842057" y="178225"/>
            <a:ext cx="1055576" cy="11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7" title="Thảo Tiên tham khảo (30).png"/>
          <p:cNvPicPr preferRelativeResize="0"/>
          <p:nvPr/>
        </p:nvPicPr>
        <p:blipFill rotWithShape="1">
          <a:blip r:embed="rId4">
            <a:alphaModFix/>
          </a:blip>
          <a:srcRect b="70441" l="72476" r="0" t="9956"/>
          <a:stretch/>
        </p:blipFill>
        <p:spPr>
          <a:xfrm>
            <a:off x="9587425" y="178225"/>
            <a:ext cx="1108926" cy="11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9818" y="2399925"/>
            <a:ext cx="4379325" cy="35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7"/>
          <p:cNvPicPr preferRelativeResize="0"/>
          <p:nvPr/>
        </p:nvPicPr>
        <p:blipFill rotWithShape="1">
          <a:blip r:embed="rId6">
            <a:alphaModFix/>
          </a:blip>
          <a:srcRect b="0" l="0" r="0" t="803"/>
          <a:stretch/>
        </p:blipFill>
        <p:spPr>
          <a:xfrm rot="5400000">
            <a:off x="2185013" y="906138"/>
            <a:ext cx="3310675" cy="6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井字棋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Jǐng zì qí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479" name="Google Shape;47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263" y="223550"/>
            <a:ext cx="3254780" cy="31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3753" y="3008711"/>
            <a:ext cx="4780625" cy="33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8" title="U4L7+8 (5).png"/>
          <p:cNvPicPr preferRelativeResize="0"/>
          <p:nvPr/>
        </p:nvPicPr>
        <p:blipFill rotWithShape="1">
          <a:blip r:embed="rId5">
            <a:alphaModFix/>
          </a:blip>
          <a:srcRect b="8825" l="0" r="0" t="0"/>
          <a:stretch/>
        </p:blipFill>
        <p:spPr>
          <a:xfrm>
            <a:off x="7744775" y="223550"/>
            <a:ext cx="4097624" cy="52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363" y="1122550"/>
            <a:ext cx="7153275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93" name="Google Shape;493;p50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fā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99" name="Google Shape;499;p51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bǐ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05" name="Google Shape;505;p52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mā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11" name="Google Shape;511;p53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bù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17" name="Google Shape;517;p54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fú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23" name="Google Shape;523;p55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fó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29" name="Google Shape;529;p56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mì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pí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41" name="Google Shape;541;p58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pà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47" name="Google Shape;547;p59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mǔ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53" name="Google Shape;553;p60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pó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配对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Pèiduì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59" name="Google Shape;559;p61"/>
          <p:cNvSpPr txBox="1"/>
          <p:nvPr/>
        </p:nvSpPr>
        <p:spPr>
          <a:xfrm>
            <a:off x="3232500" y="2084250"/>
            <a:ext cx="57270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pǔ</a:t>
            </a:r>
            <a:endParaRPr b="1" sz="1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62" title="U4L7+8 (1).png"/>
          <p:cNvPicPr preferRelativeResize="0"/>
          <p:nvPr/>
        </p:nvPicPr>
        <p:blipFill rotWithShape="1">
          <a:blip r:embed="rId3">
            <a:alphaModFix/>
          </a:blip>
          <a:srcRect b="2560" l="4109" r="54166" t="77368"/>
          <a:stretch/>
        </p:blipFill>
        <p:spPr>
          <a:xfrm>
            <a:off x="287891" y="2650163"/>
            <a:ext cx="2691994" cy="18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62" title="U4L7+8 (1).png"/>
          <p:cNvPicPr preferRelativeResize="0"/>
          <p:nvPr/>
        </p:nvPicPr>
        <p:blipFill rotWithShape="1">
          <a:blip r:embed="rId3">
            <a:alphaModFix/>
          </a:blip>
          <a:srcRect b="2491" l="53262" r="5011" t="77642"/>
          <a:stretch/>
        </p:blipFill>
        <p:spPr>
          <a:xfrm>
            <a:off x="3262634" y="2632343"/>
            <a:ext cx="2691994" cy="181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2" title="U4L7+8.png"/>
          <p:cNvPicPr preferRelativeResize="0"/>
          <p:nvPr/>
        </p:nvPicPr>
        <p:blipFill rotWithShape="1">
          <a:blip r:embed="rId4">
            <a:alphaModFix/>
          </a:blip>
          <a:srcRect b="77420" l="4180" r="53971" t="2683"/>
          <a:stretch/>
        </p:blipFill>
        <p:spPr>
          <a:xfrm>
            <a:off x="6237378" y="2642579"/>
            <a:ext cx="2691994" cy="181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62" title="U4L7+8.png"/>
          <p:cNvPicPr preferRelativeResize="0"/>
          <p:nvPr/>
        </p:nvPicPr>
        <p:blipFill rotWithShape="1">
          <a:blip r:embed="rId4">
            <a:alphaModFix/>
          </a:blip>
          <a:srcRect b="77422" l="54318" r="3833" t="2681"/>
          <a:stretch/>
        </p:blipFill>
        <p:spPr>
          <a:xfrm>
            <a:off x="9212121" y="2679039"/>
            <a:ext cx="2691994" cy="181023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总结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Zǒng jié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3"/>
          <p:cNvSpPr txBox="1"/>
          <p:nvPr/>
        </p:nvSpPr>
        <p:spPr>
          <a:xfrm>
            <a:off x="5082875" y="2432775"/>
            <a:ext cx="78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再见！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3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Zàijiàn!</a:t>
            </a:r>
            <a:endParaRPr b="1" sz="3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uexuele theme">
  <a:themeElements>
    <a:clrScheme name="Office">
      <a:dk1>
        <a:srgbClr val="000000"/>
      </a:dk1>
      <a:lt1>
        <a:srgbClr val="F3F3F3"/>
      </a:lt1>
      <a:dk2>
        <a:srgbClr val="34558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