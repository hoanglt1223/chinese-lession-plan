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9144000"/>
  <p:embeddedFontLst>
    <p:embeddedFont>
      <p:font typeface="Architects Daughter"/>
      <p:regular r:id="rId22"/>
    </p:embeddedFont>
    <p:embeddedFont>
      <p:font typeface="Nunito"/>
      <p:regular r:id="rId23"/>
      <p:bold r:id="rId24"/>
      <p:italic r:id="rId25"/>
      <p:boldItalic r:id="rId26"/>
    </p:embeddedFont>
    <p:embeddedFont>
      <p:font typeface="Montserrat Black"/>
      <p:bold r:id="rId27"/>
      <p:boldItalic r:id="rId28"/>
    </p:embeddedFont>
    <p:embeddedFont>
      <p:font typeface="Montserrat"/>
      <p:regular r:id="rId29"/>
      <p:bold r:id="rId30"/>
      <p:italic r:id="rId31"/>
      <p:boldItalic r:id="rId32"/>
    </p:embeddedFont>
    <p:embeddedFont>
      <p:font typeface="Cherry Cream Soda"/>
      <p:regular r:id="rId33"/>
    </p:embeddedFont>
    <p:embeddedFont>
      <p:font typeface="Open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ArchitectsDaughter-regular.fntdata"/><Relationship Id="rId21" Type="http://schemas.openxmlformats.org/officeDocument/2006/relationships/slide" Target="slides/slide17.xml"/><Relationship Id="rId24" Type="http://schemas.openxmlformats.org/officeDocument/2006/relationships/font" Target="fonts/Nunito-bold.fntdata"/><Relationship Id="rId23" Type="http://schemas.openxmlformats.org/officeDocument/2006/relationships/font" Target="fonts/Nunito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Nunito-boldItalic.fntdata"/><Relationship Id="rId25" Type="http://schemas.openxmlformats.org/officeDocument/2006/relationships/font" Target="fonts/Nunito-italic.fntdata"/><Relationship Id="rId28" Type="http://schemas.openxmlformats.org/officeDocument/2006/relationships/font" Target="fonts/MontserratBlack-boldItalic.fntdata"/><Relationship Id="rId27" Type="http://schemas.openxmlformats.org/officeDocument/2006/relationships/font" Target="fonts/MontserratBlack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Montserrat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Montserrat-italic.fntdata"/><Relationship Id="rId30" Type="http://schemas.openxmlformats.org/officeDocument/2006/relationships/font" Target="fonts/Montserrat-bold.fntdata"/><Relationship Id="rId11" Type="http://schemas.openxmlformats.org/officeDocument/2006/relationships/slide" Target="slides/slide7.xml"/><Relationship Id="rId33" Type="http://schemas.openxmlformats.org/officeDocument/2006/relationships/font" Target="fonts/CherryCreamSoda-regular.fntdata"/><Relationship Id="rId10" Type="http://schemas.openxmlformats.org/officeDocument/2006/relationships/slide" Target="slides/slide6.xml"/><Relationship Id="rId32" Type="http://schemas.openxmlformats.org/officeDocument/2006/relationships/font" Target="fonts/Montserrat-boldItalic.fntdata"/><Relationship Id="rId13" Type="http://schemas.openxmlformats.org/officeDocument/2006/relationships/slide" Target="slides/slide9.xml"/><Relationship Id="rId35" Type="http://schemas.openxmlformats.org/officeDocument/2006/relationships/font" Target="fonts/OpenSans-bold.fntdata"/><Relationship Id="rId12" Type="http://schemas.openxmlformats.org/officeDocument/2006/relationships/slide" Target="slides/slide8.xml"/><Relationship Id="rId34" Type="http://schemas.openxmlformats.org/officeDocument/2006/relationships/font" Target="fonts/OpenSans-regular.fntdata"/><Relationship Id="rId15" Type="http://schemas.openxmlformats.org/officeDocument/2006/relationships/slide" Target="slides/slide11.xml"/><Relationship Id="rId37" Type="http://schemas.openxmlformats.org/officeDocument/2006/relationships/font" Target="fonts/OpenSans-boldItalic.fntdata"/><Relationship Id="rId14" Type="http://schemas.openxmlformats.org/officeDocument/2006/relationships/slide" Target="slides/slide10.xml"/><Relationship Id="rId36" Type="http://schemas.openxmlformats.org/officeDocument/2006/relationships/font" Target="fonts/OpenSans-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88aa2dffb6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88aa2dffb6_0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8981d344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8981d344f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88aa2dffb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88aa2dffb6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88aa2dffb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88aa2dffb6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a556245d09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thêm cô cầm flashcard tongxue</a:t>
            </a:r>
            <a:endParaRPr/>
          </a:p>
        </p:txBody>
      </p:sp>
      <p:sp>
        <p:nvSpPr>
          <p:cNvPr id="323" name="Google Shape;323;g3a556245d09_0_3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a56c9d661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thêm cô cầm flashcard tongxue</a:t>
            </a:r>
            <a:endParaRPr/>
          </a:p>
        </p:txBody>
      </p:sp>
      <p:sp>
        <p:nvSpPr>
          <p:cNvPr id="330" name="Google Shape;330;g3a56c9d6612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a56c9d6612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thêm cô cầm flashcard tongxue</a:t>
            </a:r>
            <a:endParaRPr/>
          </a:p>
        </p:txBody>
      </p:sp>
      <p:sp>
        <p:nvSpPr>
          <p:cNvPr id="372" name="Google Shape;372;g3a56c9d6612_1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ab5a0cd4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thêm cô cầm flashcard tongxue</a:t>
            </a:r>
            <a:endParaRPr/>
          </a:p>
        </p:txBody>
      </p:sp>
      <p:sp>
        <p:nvSpPr>
          <p:cNvPr id="383" name="Google Shape;383;g3ab5a0cd49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56c9d6612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thêm cô cầm flashcard tongxue</a:t>
            </a:r>
            <a:endParaRPr/>
          </a:p>
        </p:txBody>
      </p:sp>
      <p:sp>
        <p:nvSpPr>
          <p:cNvPr id="398" name="Google Shape;398;g3a56c9d6612_1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a56c9d6612_1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thêm cô cầm flashcard tongxue</a:t>
            </a:r>
            <a:endParaRPr/>
          </a:p>
        </p:txBody>
      </p:sp>
      <p:sp>
        <p:nvSpPr>
          <p:cNvPr id="407" name="Google Shape;407;g3a56c9d6612_1_3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a56c9d6612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thêm cô cầm flashcard tongxue</a:t>
            </a:r>
            <a:endParaRPr/>
          </a:p>
        </p:txBody>
      </p:sp>
      <p:sp>
        <p:nvSpPr>
          <p:cNvPr id="431" name="Google Shape;431;g3a56c9d6612_1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a56c9d6612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thêm cô cầm flashcard tongxue</a:t>
            </a:r>
            <a:endParaRPr/>
          </a:p>
        </p:txBody>
      </p:sp>
      <p:sp>
        <p:nvSpPr>
          <p:cNvPr id="446" name="Google Shape;446;g3a56c9d6612_1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a56c9d6612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g3a56c9d6612_1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a56c9d6612_1_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g3a56c9d6612_1_6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746079325e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g3746079325e_0_1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7.png"/><Relationship Id="rId4" Type="http://schemas.openxmlformats.org/officeDocument/2006/relationships/image" Target="../media/image7.png"/><Relationship Id="rId5" Type="http://schemas.openxmlformats.org/officeDocument/2006/relationships/image" Target="../media/image30.png"/><Relationship Id="rId6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7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noFill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9415203" y="-544820"/>
            <a:ext cx="3976624" cy="3976624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EF394E"/>
          </a:solidFill>
          <a:ln>
            <a:noFill/>
          </a:ln>
        </p:spPr>
        <p:txBody>
          <a:bodyPr anchorCtr="0" anchor="ctr" bIns="58075" lIns="58075" spcFirstLastPara="1" rIns="58075" wrap="square" tIns="5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7469102" y="4514136"/>
            <a:ext cx="5405843" cy="2790948"/>
          </a:xfrm>
          <a:custGeom>
            <a:rect b="b" l="l" r="r" t="t"/>
            <a:pathLst>
              <a:path extrusionOk="0" h="7393240" w="13599606">
                <a:moveTo>
                  <a:pt x="0" y="0"/>
                </a:moveTo>
                <a:lnTo>
                  <a:pt x="13599606" y="0"/>
                </a:lnTo>
                <a:lnTo>
                  <a:pt x="13599606" y="7393241"/>
                </a:lnTo>
                <a:lnTo>
                  <a:pt x="0" y="73932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" name="Google Shape;12;p2"/>
          <p:cNvSpPr/>
          <p:nvPr/>
        </p:nvSpPr>
        <p:spPr>
          <a:xfrm>
            <a:off x="5137768" y="-1775142"/>
            <a:ext cx="9030534" cy="3595514"/>
          </a:xfrm>
          <a:custGeom>
            <a:rect b="b" l="l" r="r" t="t"/>
            <a:pathLst>
              <a:path extrusionOk="0" h="7227164" w="17119496">
                <a:moveTo>
                  <a:pt x="0" y="0"/>
                </a:moveTo>
                <a:lnTo>
                  <a:pt x="17119496" y="0"/>
                </a:lnTo>
                <a:lnTo>
                  <a:pt x="17119496" y="7227165"/>
                </a:lnTo>
                <a:lnTo>
                  <a:pt x="0" y="7227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" name="Google Shape;13;p2"/>
          <p:cNvSpPr/>
          <p:nvPr/>
        </p:nvSpPr>
        <p:spPr>
          <a:xfrm>
            <a:off x="-4481366" y="4690201"/>
            <a:ext cx="8923148" cy="3516588"/>
          </a:xfrm>
          <a:custGeom>
            <a:rect b="b" l="l" r="r" t="t"/>
            <a:pathLst>
              <a:path extrusionOk="0" h="6795340" w="16297987">
                <a:moveTo>
                  <a:pt x="0" y="0"/>
                </a:moveTo>
                <a:lnTo>
                  <a:pt x="16297986" y="0"/>
                </a:lnTo>
                <a:lnTo>
                  <a:pt x="16297986" y="6795340"/>
                </a:lnTo>
                <a:lnTo>
                  <a:pt x="0" y="6795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" name="Google Shape;14;p2"/>
          <p:cNvGrpSpPr/>
          <p:nvPr/>
        </p:nvGrpSpPr>
        <p:grpSpPr>
          <a:xfrm>
            <a:off x="1647682" y="4172077"/>
            <a:ext cx="3529942" cy="1157624"/>
            <a:chOff x="-320518" y="1116968"/>
            <a:chExt cx="4582555" cy="1502822"/>
          </a:xfrm>
        </p:grpSpPr>
        <p:pic>
          <p:nvPicPr>
            <p:cNvPr id="15" name="Google Shape;15;p2" title="Doc_Blue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010538" y="1116968"/>
              <a:ext cx="2251500" cy="15028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6;p2"/>
            <p:cNvSpPr txBox="1"/>
            <p:nvPr/>
          </p:nvSpPr>
          <p:spPr>
            <a:xfrm>
              <a:off x="-320518" y="1212190"/>
              <a:ext cx="2251500" cy="11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425" lIns="70425" spcFirstLastPara="1" rIns="70425" wrap="square" tIns="70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2100">
                  <a:solidFill>
                    <a:srgbClr val="1C376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powered</a:t>
              </a:r>
              <a:endParaRPr b="1" sz="2100">
                <a:solidFill>
                  <a:srgbClr val="1C376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2100">
                  <a:solidFill>
                    <a:srgbClr val="1C376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by</a:t>
              </a:r>
              <a:endParaRPr b="1" sz="2100">
                <a:solidFill>
                  <a:srgbClr val="1C376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7" name="Google Shape;17;p2" title="YXL Bilingual - Blue Stacked.png"/>
          <p:cNvPicPr preferRelativeResize="0"/>
          <p:nvPr/>
        </p:nvPicPr>
        <p:blipFill rotWithShape="1">
          <a:blip r:embed="rId6">
            <a:alphaModFix/>
          </a:blip>
          <a:srcRect b="0" l="28525" r="0" t="0"/>
          <a:stretch/>
        </p:blipFill>
        <p:spPr>
          <a:xfrm>
            <a:off x="1608631" y="1900917"/>
            <a:ext cx="3607901" cy="2046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 title="YXL Bilingual - Blue Stacked.png"/>
          <p:cNvPicPr preferRelativeResize="0"/>
          <p:nvPr/>
        </p:nvPicPr>
        <p:blipFill rotWithShape="1">
          <a:blip r:embed="rId6">
            <a:alphaModFix/>
          </a:blip>
          <a:srcRect b="0" l="0" r="70367" t="0"/>
          <a:stretch/>
        </p:blipFill>
        <p:spPr>
          <a:xfrm>
            <a:off x="5743364" y="1945050"/>
            <a:ext cx="2441932" cy="3340433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noFill/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9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6" name="Google Shape;26;p3"/>
          <p:cNvSpPr/>
          <p:nvPr/>
        </p:nvSpPr>
        <p:spPr>
          <a:xfrm>
            <a:off x="10589429" y="192917"/>
            <a:ext cx="1704848" cy="1704848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6364B"/>
          </a:solidFill>
          <a:ln>
            <a:noFill/>
          </a:ln>
        </p:spPr>
        <p:txBody>
          <a:bodyPr anchorCtr="0" anchor="ctr" bIns="58075" lIns="58075" spcFirstLastPara="1" rIns="58075" wrap="square" tIns="5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 flipH="1">
            <a:off x="10445469" y="490450"/>
            <a:ext cx="6077909" cy="2268391"/>
          </a:xfrm>
          <a:custGeom>
            <a:rect b="b" l="l" r="r" t="t"/>
            <a:pathLst>
              <a:path extrusionOk="0" h="3796471" w="9105481">
                <a:moveTo>
                  <a:pt x="0" y="0"/>
                </a:moveTo>
                <a:lnTo>
                  <a:pt x="9105481" y="0"/>
                </a:lnTo>
                <a:lnTo>
                  <a:pt x="9105481" y="3796471"/>
                </a:lnTo>
                <a:lnTo>
                  <a:pt x="0" y="37964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" name="Google Shape;28;p3"/>
          <p:cNvSpPr/>
          <p:nvPr/>
        </p:nvSpPr>
        <p:spPr>
          <a:xfrm>
            <a:off x="3261726" y="-2820400"/>
            <a:ext cx="9030534" cy="3595514"/>
          </a:xfrm>
          <a:custGeom>
            <a:rect b="b" l="l" r="r" t="t"/>
            <a:pathLst>
              <a:path extrusionOk="0" h="7227164" w="17119496">
                <a:moveTo>
                  <a:pt x="0" y="0"/>
                </a:moveTo>
                <a:lnTo>
                  <a:pt x="17119496" y="0"/>
                </a:lnTo>
                <a:lnTo>
                  <a:pt x="17119496" y="7227165"/>
                </a:lnTo>
                <a:lnTo>
                  <a:pt x="0" y="7227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" name="Google Shape;29;p3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30" name="Google Shape;30;p3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31" name="Google Shape;31;p3"/>
              <p:cNvPicPr preferRelativeResize="0"/>
              <p:nvPr/>
            </p:nvPicPr>
            <p:blipFill rotWithShape="1">
              <a:blip r:embed="rId4">
                <a:alphaModFix/>
              </a:blip>
              <a:srcRect b="10669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" name="Google Shape;32;p3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33" name="Google Shape;33;p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4" name="Google Shape;34;p3"/>
              <p:cNvCxnSpPr>
                <a:stCxn id="35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35" name="Google Shape;35;p3" title="YXL Bilingual - Blue Stacked.png"/>
            <p:cNvPicPr preferRelativeResize="0"/>
            <p:nvPr/>
          </p:nvPicPr>
          <p:blipFill rotWithShape="1">
            <a:blip r:embed="rId6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" name="Google Shape;36;p3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/>
          <p:nvPr/>
        </p:nvSpPr>
        <p:spPr>
          <a:xfrm>
            <a:off x="7285301" y="2"/>
            <a:ext cx="2078736" cy="207873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6364B"/>
          </a:solidFill>
          <a:ln>
            <a:noFill/>
          </a:ln>
        </p:spPr>
        <p:txBody>
          <a:bodyPr anchorCtr="0" anchor="ctr" bIns="58075" lIns="58075" spcFirstLastPara="1" rIns="58075" wrap="square" tIns="5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 txBox="1"/>
          <p:nvPr>
            <p:ph type="title"/>
          </p:nvPr>
        </p:nvSpPr>
        <p:spPr>
          <a:xfrm>
            <a:off x="831850" y="1345944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6000"/>
              <a:buFont typeface="Montserrat"/>
              <a:buNone/>
              <a:defRPr sz="6000"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3" name="Google Shape;43;p4"/>
          <p:cNvSpPr/>
          <p:nvPr/>
        </p:nvSpPr>
        <p:spPr>
          <a:xfrm rot="-441143">
            <a:off x="7843278" y="-3995360"/>
            <a:ext cx="9572564" cy="6622426"/>
          </a:xfrm>
          <a:custGeom>
            <a:rect b="b" l="l" r="r" t="t"/>
            <a:pathLst>
              <a:path extrusionOk="0" h="13190552" w="13611264">
                <a:moveTo>
                  <a:pt x="0" y="0"/>
                </a:moveTo>
                <a:lnTo>
                  <a:pt x="13611264" y="0"/>
                </a:lnTo>
                <a:lnTo>
                  <a:pt x="13611264" y="13190552"/>
                </a:lnTo>
                <a:lnTo>
                  <a:pt x="0" y="131905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" name="Google Shape;44;p4"/>
          <p:cNvSpPr/>
          <p:nvPr/>
        </p:nvSpPr>
        <p:spPr>
          <a:xfrm rot="-324576">
            <a:off x="-1347975" y="5512002"/>
            <a:ext cx="4664095" cy="2571392"/>
          </a:xfrm>
          <a:custGeom>
            <a:rect b="b" l="l" r="r" t="t"/>
            <a:pathLst>
              <a:path extrusionOk="0" h="3875831" w="7035336">
                <a:moveTo>
                  <a:pt x="0" y="0"/>
                </a:moveTo>
                <a:lnTo>
                  <a:pt x="7035337" y="0"/>
                </a:lnTo>
                <a:lnTo>
                  <a:pt x="7035337" y="3875830"/>
                </a:lnTo>
                <a:lnTo>
                  <a:pt x="0" y="38758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45" name="Google Shape;45;p4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300" y="623600"/>
            <a:ext cx="2163001" cy="8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/>
          <p:nvPr>
            <p:ph type="ctrTitle"/>
          </p:nvPr>
        </p:nvSpPr>
        <p:spPr>
          <a:xfrm>
            <a:off x="1524000" y="1754160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6000"/>
              <a:buFont typeface="Montserrat"/>
              <a:buNone/>
              <a:defRPr b="1" sz="6000"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" type="subTitle"/>
          </p:nvPr>
        </p:nvSpPr>
        <p:spPr>
          <a:xfrm>
            <a:off x="1524000" y="4233835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3" name="Google Shape;53;p5"/>
          <p:cNvSpPr/>
          <p:nvPr/>
        </p:nvSpPr>
        <p:spPr>
          <a:xfrm rot="-419202">
            <a:off x="7856663" y="-3808211"/>
            <a:ext cx="6993677" cy="6622426"/>
          </a:xfrm>
          <a:custGeom>
            <a:rect b="b" l="l" r="r" t="t"/>
            <a:pathLst>
              <a:path extrusionOk="0" h="13190552" w="13611264">
                <a:moveTo>
                  <a:pt x="0" y="0"/>
                </a:moveTo>
                <a:lnTo>
                  <a:pt x="13611264" y="0"/>
                </a:lnTo>
                <a:lnTo>
                  <a:pt x="13611264" y="13190552"/>
                </a:lnTo>
                <a:lnTo>
                  <a:pt x="0" y="131905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" name="Google Shape;54;p5"/>
          <p:cNvSpPr/>
          <p:nvPr/>
        </p:nvSpPr>
        <p:spPr>
          <a:xfrm rot="-324576">
            <a:off x="-325050" y="5108577"/>
            <a:ext cx="4664095" cy="2571392"/>
          </a:xfrm>
          <a:custGeom>
            <a:rect b="b" l="l" r="r" t="t"/>
            <a:pathLst>
              <a:path extrusionOk="0" h="3875831" w="7035336">
                <a:moveTo>
                  <a:pt x="0" y="0"/>
                </a:moveTo>
                <a:lnTo>
                  <a:pt x="7035337" y="0"/>
                </a:lnTo>
                <a:lnTo>
                  <a:pt x="7035337" y="3875830"/>
                </a:lnTo>
                <a:lnTo>
                  <a:pt x="0" y="38758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" name="Google Shape;55;p5"/>
          <p:cNvSpPr/>
          <p:nvPr/>
        </p:nvSpPr>
        <p:spPr>
          <a:xfrm>
            <a:off x="8913351" y="4877802"/>
            <a:ext cx="2078736" cy="207873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6364B"/>
          </a:solidFill>
          <a:ln>
            <a:noFill/>
          </a:ln>
        </p:spPr>
        <p:txBody>
          <a:bodyPr anchorCtr="0" anchor="ctr" bIns="58075" lIns="58075" spcFirstLastPara="1" rIns="58075" wrap="square" tIns="5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 flipH="1" rot="-350370">
            <a:off x="8585408" y="5211485"/>
            <a:ext cx="4667542" cy="2571392"/>
          </a:xfrm>
          <a:custGeom>
            <a:rect b="b" l="l" r="r" t="t"/>
            <a:pathLst>
              <a:path extrusionOk="0" h="3875831" w="7035336">
                <a:moveTo>
                  <a:pt x="7035336" y="0"/>
                </a:moveTo>
                <a:lnTo>
                  <a:pt x="0" y="0"/>
                </a:lnTo>
                <a:lnTo>
                  <a:pt x="0" y="3875830"/>
                </a:lnTo>
                <a:lnTo>
                  <a:pt x="7035336" y="3875830"/>
                </a:lnTo>
                <a:lnTo>
                  <a:pt x="7035336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57" name="Google Shape;57;p5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300" y="623600"/>
            <a:ext cx="2163001" cy="8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5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9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4" name="Google Shape;64;p6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65" name="Google Shape;65;p6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grpSp>
        <p:nvGrpSpPr>
          <p:cNvPr id="66" name="Google Shape;66;p6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67" name="Google Shape;67;p6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68" name="Google Shape;68;p6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9" name="Google Shape;69;p6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70" name="Google Shape;70;p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71" name="Google Shape;71;p6"/>
              <p:cNvCxnSpPr>
                <a:stCxn id="72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72" name="Google Shape;72;p6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3" name="Google Shape;73;p6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9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9" name="Google Shape;79;p7"/>
          <p:cNvSpPr txBox="1"/>
          <p:nvPr>
            <p:ph idx="1" type="body"/>
          </p:nvPr>
        </p:nvSpPr>
        <p:spPr>
          <a:xfrm>
            <a:off x="839788" y="1681163"/>
            <a:ext cx="51579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0" name="Google Shape;80;p7"/>
          <p:cNvSpPr txBox="1"/>
          <p:nvPr>
            <p:ph idx="2" type="body"/>
          </p:nvPr>
        </p:nvSpPr>
        <p:spPr>
          <a:xfrm>
            <a:off x="839788" y="2505075"/>
            <a:ext cx="5157900" cy="3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81" name="Google Shape;81;p7"/>
          <p:cNvSpPr txBox="1"/>
          <p:nvPr>
            <p:ph idx="3" type="body"/>
          </p:nvPr>
        </p:nvSpPr>
        <p:spPr>
          <a:xfrm>
            <a:off x="6172200" y="1681163"/>
            <a:ext cx="51831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2" name="Google Shape;82;p7"/>
          <p:cNvSpPr txBox="1"/>
          <p:nvPr>
            <p:ph idx="4" type="body"/>
          </p:nvPr>
        </p:nvSpPr>
        <p:spPr>
          <a:xfrm>
            <a:off x="6172200" y="2505075"/>
            <a:ext cx="5183100" cy="3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grpSp>
        <p:nvGrpSpPr>
          <p:cNvPr id="83" name="Google Shape;83;p7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84" name="Google Shape;84;p7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85" name="Google Shape;85;p7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6" name="Google Shape;86;p7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87" name="Google Shape;87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88" name="Google Shape;88;p7"/>
              <p:cNvCxnSpPr>
                <a:stCxn id="89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89" name="Google Shape;89;p7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0" name="Google Shape;90;p7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9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grpSp>
        <p:nvGrpSpPr>
          <p:cNvPr id="96" name="Google Shape;96;p8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97" name="Google Shape;97;p8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98" name="Google Shape;98;p8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9" name="Google Shape;99;p8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100" name="Google Shape;100;p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01" name="Google Shape;101;p8"/>
              <p:cNvCxnSpPr>
                <a:stCxn id="102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102" name="Google Shape;102;p8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" name="Google Shape;103;p8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9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109" name="Google Shape;109;p9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110" name="Google Shape;110;p9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1" name="Google Shape;111;p9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112" name="Google Shape;112;p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13" name="Google Shape;113;p9"/>
              <p:cNvCxnSpPr>
                <a:stCxn id="114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114" name="Google Shape;114;p9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9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 txBox="1"/>
          <p:nvPr>
            <p:ph type="title"/>
          </p:nvPr>
        </p:nvSpPr>
        <p:spPr>
          <a:xfrm>
            <a:off x="839788" y="457200"/>
            <a:ext cx="39321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3200"/>
              <a:buFont typeface="Montserrat"/>
              <a:buNone/>
              <a:defRPr sz="3200"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21" name="Google Shape;121;p10"/>
          <p:cNvSpPr txBox="1"/>
          <p:nvPr>
            <p:ph idx="1" type="body"/>
          </p:nvPr>
        </p:nvSpPr>
        <p:spPr>
          <a:xfrm>
            <a:off x="5183188" y="987425"/>
            <a:ext cx="61725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22" name="Google Shape;122;p10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grpSp>
        <p:nvGrpSpPr>
          <p:cNvPr id="123" name="Google Shape;123;p10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124" name="Google Shape;124;p10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125" name="Google Shape;125;p10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6" name="Google Shape;126;p10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127" name="Google Shape;127;p1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8" name="Google Shape;128;p10"/>
              <p:cNvCxnSpPr>
                <a:stCxn id="129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129" name="Google Shape;129;p10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0" name="Google Shape;130;p10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"/>
          <p:cNvSpPr txBox="1"/>
          <p:nvPr>
            <p:ph type="title"/>
          </p:nvPr>
        </p:nvSpPr>
        <p:spPr>
          <a:xfrm>
            <a:off x="839788" y="457200"/>
            <a:ext cx="39321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3200"/>
              <a:buFont typeface="Montserrat"/>
              <a:buNone/>
              <a:defRPr sz="3200"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36" name="Google Shape;136;p11"/>
          <p:cNvSpPr/>
          <p:nvPr>
            <p:ph idx="2" type="pic"/>
          </p:nvPr>
        </p:nvSpPr>
        <p:spPr>
          <a:xfrm>
            <a:off x="5183188" y="987425"/>
            <a:ext cx="61725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11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grpSp>
        <p:nvGrpSpPr>
          <p:cNvPr id="138" name="Google Shape;138;p11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139" name="Google Shape;139;p11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140" name="Google Shape;140;p11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1" name="Google Shape;141;p11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142" name="Google Shape;142;p1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43" name="Google Shape;143;p11"/>
              <p:cNvCxnSpPr>
                <a:stCxn id="144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144" name="Google Shape;144;p11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5" name="Google Shape;145;p11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9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51" name="Google Shape;151;p12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grpSp>
        <p:nvGrpSpPr>
          <p:cNvPr id="152" name="Google Shape;152;p12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153" name="Google Shape;153;p12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154" name="Google Shape;154;p12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5" name="Google Shape;155;p12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156" name="Google Shape;156;p1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57" name="Google Shape;157;p12"/>
              <p:cNvCxnSpPr>
                <a:stCxn id="158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158" name="Google Shape;158;p12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9" name="Google Shape;159;p12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12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12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12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9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65" name="Google Shape;165;p13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grpSp>
        <p:nvGrpSpPr>
          <p:cNvPr id="166" name="Google Shape;166;p13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167" name="Google Shape;167;p13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168" name="Google Shape;168;p13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9" name="Google Shape;169;p13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170" name="Google Shape;170;p1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71" name="Google Shape;171;p13"/>
              <p:cNvCxnSpPr>
                <a:stCxn id="172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172" name="Google Shape;172;p13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3" name="Google Shape;173;p13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13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13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"/>
          <p:cNvSpPr/>
          <p:nvPr/>
        </p:nvSpPr>
        <p:spPr>
          <a:xfrm>
            <a:off x="3184004" y="117742"/>
            <a:ext cx="1704848" cy="1704848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EF394E"/>
          </a:solidFill>
          <a:ln>
            <a:noFill/>
          </a:ln>
        </p:spPr>
        <p:txBody>
          <a:bodyPr anchorCtr="0" anchor="ctr" bIns="58075" lIns="58075" spcFirstLastPara="1" rIns="58075" wrap="square" tIns="5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EF394E"/>
              </a:solidFill>
            </a:endParaRPr>
          </a:p>
        </p:txBody>
      </p:sp>
      <p:sp>
        <p:nvSpPr>
          <p:cNvPr id="179" name="Google Shape;179;p14"/>
          <p:cNvSpPr txBox="1"/>
          <p:nvPr/>
        </p:nvSpPr>
        <p:spPr>
          <a:xfrm>
            <a:off x="4311965" y="2181663"/>
            <a:ext cx="6546000" cy="25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8800" u="none" cap="none" strike="noStrike">
                <a:solidFill>
                  <a:srgbClr val="EF394E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THANK YOU</a:t>
            </a:r>
            <a:endParaRPr sz="800">
              <a:solidFill>
                <a:srgbClr val="EF394E"/>
              </a:solidFill>
            </a:endParaRPr>
          </a:p>
        </p:txBody>
      </p:sp>
      <p:sp>
        <p:nvSpPr>
          <p:cNvPr id="180" name="Google Shape;180;p14"/>
          <p:cNvSpPr/>
          <p:nvPr/>
        </p:nvSpPr>
        <p:spPr>
          <a:xfrm>
            <a:off x="-2450826" y="-403850"/>
            <a:ext cx="6555946" cy="2268391"/>
          </a:xfrm>
          <a:custGeom>
            <a:rect b="b" l="l" r="r" t="t"/>
            <a:pathLst>
              <a:path extrusionOk="0" h="3796471" w="9105481">
                <a:moveTo>
                  <a:pt x="0" y="0"/>
                </a:moveTo>
                <a:lnTo>
                  <a:pt x="9105481" y="0"/>
                </a:lnTo>
                <a:lnTo>
                  <a:pt x="9105481" y="3796471"/>
                </a:lnTo>
                <a:lnTo>
                  <a:pt x="0" y="37964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14"/>
          <p:cNvSpPr/>
          <p:nvPr/>
        </p:nvSpPr>
        <p:spPr>
          <a:xfrm>
            <a:off x="662235" y="1302589"/>
            <a:ext cx="5219928" cy="4792844"/>
          </a:xfrm>
          <a:custGeom>
            <a:rect b="b" l="l" r="r" t="t"/>
            <a:pathLst>
              <a:path extrusionOk="0" h="8021496" w="8736282">
                <a:moveTo>
                  <a:pt x="0" y="0"/>
                </a:moveTo>
                <a:lnTo>
                  <a:pt x="8736282" y="0"/>
                </a:lnTo>
                <a:lnTo>
                  <a:pt x="8736282" y="8021496"/>
                </a:lnTo>
                <a:lnTo>
                  <a:pt x="0" y="80214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p14"/>
          <p:cNvSpPr/>
          <p:nvPr/>
        </p:nvSpPr>
        <p:spPr>
          <a:xfrm>
            <a:off x="7360210" y="4729867"/>
            <a:ext cx="6989961" cy="2914419"/>
          </a:xfrm>
          <a:custGeom>
            <a:rect b="b" l="l" r="r" t="t"/>
            <a:pathLst>
              <a:path extrusionOk="0" h="4877689" w="11698680">
                <a:moveTo>
                  <a:pt x="0" y="0"/>
                </a:moveTo>
                <a:lnTo>
                  <a:pt x="11698680" y="0"/>
                </a:lnTo>
                <a:lnTo>
                  <a:pt x="11698680" y="4877688"/>
                </a:lnTo>
                <a:lnTo>
                  <a:pt x="0" y="4877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14"/>
          <p:cNvSpPr/>
          <p:nvPr/>
        </p:nvSpPr>
        <p:spPr>
          <a:xfrm>
            <a:off x="-2467800" y="5339072"/>
            <a:ext cx="6989961" cy="2914419"/>
          </a:xfrm>
          <a:custGeom>
            <a:rect b="b" l="l" r="r" t="t"/>
            <a:pathLst>
              <a:path extrusionOk="0" h="4877689" w="11698680">
                <a:moveTo>
                  <a:pt x="0" y="0"/>
                </a:moveTo>
                <a:lnTo>
                  <a:pt x="11698680" y="0"/>
                </a:lnTo>
                <a:lnTo>
                  <a:pt x="11698680" y="4877688"/>
                </a:lnTo>
                <a:lnTo>
                  <a:pt x="0" y="4877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84" name="Google Shape;184;p14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94767" y="305233"/>
            <a:ext cx="2163001" cy="8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4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14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14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"/>
          <p:cNvSpPr txBox="1"/>
          <p:nvPr>
            <p:ph type="title"/>
          </p:nvPr>
        </p:nvSpPr>
        <p:spPr>
          <a:xfrm>
            <a:off x="5780425" y="1789125"/>
            <a:ext cx="5426100" cy="3847200"/>
          </a:xfrm>
          <a:prstGeom prst="rect">
            <a:avLst/>
          </a:prstGeom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44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91" name="Google Shape;191;p15"/>
          <p:cNvSpPr/>
          <p:nvPr/>
        </p:nvSpPr>
        <p:spPr>
          <a:xfrm>
            <a:off x="3571322" y="-702875"/>
            <a:ext cx="4523434" cy="2492001"/>
          </a:xfrm>
          <a:custGeom>
            <a:rect b="b" l="l" r="r" t="t"/>
            <a:pathLst>
              <a:path extrusionOk="0" h="4530911" w="8224425">
                <a:moveTo>
                  <a:pt x="0" y="0"/>
                </a:moveTo>
                <a:lnTo>
                  <a:pt x="8224425" y="0"/>
                </a:lnTo>
                <a:lnTo>
                  <a:pt x="8224425" y="4530910"/>
                </a:lnTo>
                <a:lnTo>
                  <a:pt x="0" y="45309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15"/>
          <p:cNvSpPr/>
          <p:nvPr/>
        </p:nvSpPr>
        <p:spPr>
          <a:xfrm>
            <a:off x="-743275" y="1046274"/>
            <a:ext cx="6576246" cy="5775139"/>
          </a:xfrm>
          <a:custGeom>
            <a:rect b="b" l="l" r="r" t="t"/>
            <a:pathLst>
              <a:path extrusionOk="0" h="10500253" w="11956810">
                <a:moveTo>
                  <a:pt x="0" y="0"/>
                </a:moveTo>
                <a:lnTo>
                  <a:pt x="11956810" y="0"/>
                </a:lnTo>
                <a:lnTo>
                  <a:pt x="11956810" y="10500253"/>
                </a:lnTo>
                <a:lnTo>
                  <a:pt x="0" y="105002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p15"/>
          <p:cNvSpPr/>
          <p:nvPr/>
        </p:nvSpPr>
        <p:spPr>
          <a:xfrm flipH="1">
            <a:off x="9026540" y="5295222"/>
            <a:ext cx="4023360" cy="2216506"/>
          </a:xfrm>
          <a:custGeom>
            <a:rect b="b" l="l" r="r" t="t"/>
            <a:pathLst>
              <a:path extrusionOk="0" h="4030010" w="7315200">
                <a:moveTo>
                  <a:pt x="7315200" y="0"/>
                </a:moveTo>
                <a:lnTo>
                  <a:pt x="0" y="0"/>
                </a:lnTo>
                <a:lnTo>
                  <a:pt x="0" y="4030010"/>
                </a:lnTo>
                <a:lnTo>
                  <a:pt x="7315200" y="4030010"/>
                </a:lnTo>
                <a:lnTo>
                  <a:pt x="731520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4" name="Google Shape;194;p15"/>
          <p:cNvSpPr/>
          <p:nvPr/>
        </p:nvSpPr>
        <p:spPr>
          <a:xfrm>
            <a:off x="-560274" y="-702873"/>
            <a:ext cx="2078736" cy="207873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6364B"/>
          </a:solidFill>
          <a:ln>
            <a:noFill/>
          </a:ln>
        </p:spPr>
        <p:txBody>
          <a:bodyPr anchorCtr="0" anchor="ctr" bIns="58075" lIns="58075" spcFirstLastPara="1" rIns="58075" wrap="square" tIns="5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15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94767" y="305233"/>
            <a:ext cx="2163001" cy="8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5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p15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15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15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5">
  <p:cSld name="CUSTOM_4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"/>
          <p:cNvSpPr/>
          <p:nvPr/>
        </p:nvSpPr>
        <p:spPr>
          <a:xfrm>
            <a:off x="-4687062" y="-1173886"/>
            <a:ext cx="7785774" cy="4232630"/>
          </a:xfrm>
          <a:custGeom>
            <a:rect b="b" l="l" r="r" t="t"/>
            <a:pathLst>
              <a:path extrusionOk="0" h="7393240" w="13599606">
                <a:moveTo>
                  <a:pt x="0" y="0"/>
                </a:moveTo>
                <a:lnTo>
                  <a:pt x="13599606" y="0"/>
                </a:lnTo>
                <a:lnTo>
                  <a:pt x="13599606" y="7393240"/>
                </a:lnTo>
                <a:lnTo>
                  <a:pt x="0" y="73932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2" name="Google Shape;202;p16"/>
          <p:cNvGrpSpPr/>
          <p:nvPr/>
        </p:nvGrpSpPr>
        <p:grpSpPr>
          <a:xfrm>
            <a:off x="2736002" y="4300454"/>
            <a:ext cx="6718749" cy="225325"/>
            <a:chOff x="0" y="-76200"/>
            <a:chExt cx="3088228" cy="103569"/>
          </a:xfrm>
        </p:grpSpPr>
        <p:sp>
          <p:nvSpPr>
            <p:cNvPr id="203" name="Google Shape;203;p16"/>
            <p:cNvSpPr/>
            <p:nvPr/>
          </p:nvSpPr>
          <p:spPr>
            <a:xfrm>
              <a:off x="0" y="0"/>
              <a:ext cx="3088228" cy="27369"/>
            </a:xfrm>
            <a:custGeom>
              <a:rect b="b" l="l" r="r" t="t"/>
              <a:pathLst>
                <a:path extrusionOk="0" h="27369" w="3088228">
                  <a:moveTo>
                    <a:pt x="0" y="0"/>
                  </a:moveTo>
                  <a:lnTo>
                    <a:pt x="3088228" y="0"/>
                  </a:lnTo>
                  <a:lnTo>
                    <a:pt x="3088228" y="27369"/>
                  </a:lnTo>
                  <a:lnTo>
                    <a:pt x="0" y="27369"/>
                  </a:lnTo>
                  <a:close/>
                </a:path>
              </a:pathLst>
            </a:custGeom>
            <a:solidFill>
              <a:srgbClr val="264D6D"/>
            </a:solidFill>
            <a:ln>
              <a:noFill/>
            </a:ln>
          </p:spPr>
        </p:sp>
        <p:sp>
          <p:nvSpPr>
            <p:cNvPr id="204" name="Google Shape;204;p16"/>
            <p:cNvSpPr txBox="1"/>
            <p:nvPr/>
          </p:nvSpPr>
          <p:spPr>
            <a:xfrm>
              <a:off x="0" y="-76200"/>
              <a:ext cx="3088200" cy="10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100" lIns="29100" spcFirstLastPara="1" rIns="29100" wrap="square" tIns="29100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5" name="Google Shape;205;p16"/>
          <p:cNvGrpSpPr/>
          <p:nvPr/>
        </p:nvGrpSpPr>
        <p:grpSpPr>
          <a:xfrm>
            <a:off x="2654964" y="4414967"/>
            <a:ext cx="161991" cy="161991"/>
            <a:chOff x="0" y="0"/>
            <a:chExt cx="812800" cy="812800"/>
          </a:xfrm>
        </p:grpSpPr>
        <p:sp>
          <p:nvSpPr>
            <p:cNvPr id="206" name="Google Shape;206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4043"/>
            </a:solidFill>
            <a:ln>
              <a:noFill/>
            </a:ln>
          </p:spPr>
          <p:txBody>
            <a:bodyPr anchorCtr="0" anchor="ctr" bIns="52375" lIns="52375" spcFirstLastPara="1" rIns="52375" wrap="square" tIns="52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6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100" lIns="29100" spcFirstLastPara="1" rIns="29100" wrap="square" tIns="29100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8" name="Google Shape;208;p16"/>
          <p:cNvGrpSpPr/>
          <p:nvPr/>
        </p:nvGrpSpPr>
        <p:grpSpPr>
          <a:xfrm>
            <a:off x="9373394" y="4414967"/>
            <a:ext cx="161991" cy="161991"/>
            <a:chOff x="0" y="0"/>
            <a:chExt cx="812800" cy="812800"/>
          </a:xfrm>
        </p:grpSpPr>
        <p:sp>
          <p:nvSpPr>
            <p:cNvPr id="209" name="Google Shape;209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4043"/>
            </a:solidFill>
            <a:ln>
              <a:noFill/>
            </a:ln>
          </p:spPr>
          <p:txBody>
            <a:bodyPr anchorCtr="0" anchor="ctr" bIns="52375" lIns="52375" spcFirstLastPara="1" rIns="52375" wrap="square" tIns="52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6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100" lIns="29100" spcFirstLastPara="1" rIns="29100" wrap="square" tIns="29100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" name="Google Shape;211;p16"/>
          <p:cNvGrpSpPr/>
          <p:nvPr/>
        </p:nvGrpSpPr>
        <p:grpSpPr>
          <a:xfrm>
            <a:off x="6015250" y="4414967"/>
            <a:ext cx="161991" cy="161991"/>
            <a:chOff x="0" y="0"/>
            <a:chExt cx="812800" cy="812800"/>
          </a:xfrm>
        </p:grpSpPr>
        <p:sp>
          <p:nvSpPr>
            <p:cNvPr id="212" name="Google Shape;212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4043"/>
            </a:solidFill>
            <a:ln>
              <a:noFill/>
            </a:ln>
          </p:spPr>
          <p:txBody>
            <a:bodyPr anchorCtr="0" anchor="ctr" bIns="52375" lIns="52375" spcFirstLastPara="1" rIns="52375" wrap="square" tIns="52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6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100" lIns="29100" spcFirstLastPara="1" rIns="29100" wrap="square" tIns="29100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" name="Google Shape;214;p16"/>
          <p:cNvSpPr/>
          <p:nvPr/>
        </p:nvSpPr>
        <p:spPr>
          <a:xfrm flipH="1">
            <a:off x="9093288" y="-1173886"/>
            <a:ext cx="7785774" cy="4232630"/>
          </a:xfrm>
          <a:custGeom>
            <a:rect b="b" l="l" r="r" t="t"/>
            <a:pathLst>
              <a:path extrusionOk="0" h="7393240" w="13599606">
                <a:moveTo>
                  <a:pt x="13599606" y="0"/>
                </a:moveTo>
                <a:lnTo>
                  <a:pt x="0" y="0"/>
                </a:lnTo>
                <a:lnTo>
                  <a:pt x="0" y="7393240"/>
                </a:lnTo>
                <a:lnTo>
                  <a:pt x="13599606" y="7393240"/>
                </a:lnTo>
                <a:lnTo>
                  <a:pt x="13599606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5" name="Google Shape;215;p16"/>
          <p:cNvSpPr txBox="1"/>
          <p:nvPr/>
        </p:nvSpPr>
        <p:spPr>
          <a:xfrm>
            <a:off x="1826990" y="2591158"/>
            <a:ext cx="8536500" cy="13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9100" u="none" cap="none" strike="noStrike">
                <a:solidFill>
                  <a:srgbClr val="EF394E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MILESTONES</a:t>
            </a:r>
            <a:endParaRPr sz="800">
              <a:solidFill>
                <a:srgbClr val="EF394E"/>
              </a:solidFill>
            </a:endParaRPr>
          </a:p>
        </p:txBody>
      </p:sp>
      <p:sp>
        <p:nvSpPr>
          <p:cNvPr id="216" name="Google Shape;216;p16"/>
          <p:cNvSpPr/>
          <p:nvPr/>
        </p:nvSpPr>
        <p:spPr>
          <a:xfrm>
            <a:off x="8511057" y="3580678"/>
            <a:ext cx="7785774" cy="4232630"/>
          </a:xfrm>
          <a:custGeom>
            <a:rect b="b" l="l" r="r" t="t"/>
            <a:pathLst>
              <a:path extrusionOk="0" h="7393240" w="13599606">
                <a:moveTo>
                  <a:pt x="0" y="0"/>
                </a:moveTo>
                <a:lnTo>
                  <a:pt x="13599606" y="0"/>
                </a:lnTo>
                <a:lnTo>
                  <a:pt x="13599606" y="7393241"/>
                </a:lnTo>
                <a:lnTo>
                  <a:pt x="0" y="73932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16"/>
          <p:cNvSpPr txBox="1"/>
          <p:nvPr/>
        </p:nvSpPr>
        <p:spPr>
          <a:xfrm>
            <a:off x="2236014" y="4658837"/>
            <a:ext cx="1000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D14043"/>
                </a:solidFill>
                <a:latin typeface="Montserrat"/>
                <a:ea typeface="Montserrat"/>
                <a:cs typeface="Montserrat"/>
                <a:sym typeface="Montserrat"/>
              </a:rPr>
              <a:t>2019</a:t>
            </a:r>
            <a:endParaRPr sz="800"/>
          </a:p>
        </p:txBody>
      </p:sp>
      <p:sp>
        <p:nvSpPr>
          <p:cNvPr id="218" name="Google Shape;218;p16"/>
          <p:cNvSpPr txBox="1"/>
          <p:nvPr/>
        </p:nvSpPr>
        <p:spPr>
          <a:xfrm>
            <a:off x="1792627" y="5083433"/>
            <a:ext cx="18867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100" u="none" cap="none" strike="noStrike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consectetur adipiscing elit, sed do eiusmod tempor incididunt ut labore et dolore magna aliqua. </a:t>
            </a:r>
            <a:endParaRPr sz="800"/>
          </a:p>
        </p:txBody>
      </p:sp>
      <p:sp>
        <p:nvSpPr>
          <p:cNvPr id="219" name="Google Shape;219;p16"/>
          <p:cNvSpPr txBox="1"/>
          <p:nvPr/>
        </p:nvSpPr>
        <p:spPr>
          <a:xfrm>
            <a:off x="5596301" y="4658837"/>
            <a:ext cx="1000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D14043"/>
                </a:solidFill>
                <a:latin typeface="Montserrat"/>
                <a:ea typeface="Montserrat"/>
                <a:cs typeface="Montserrat"/>
                <a:sym typeface="Montserrat"/>
              </a:rPr>
              <a:t>2023</a:t>
            </a:r>
            <a:endParaRPr sz="800"/>
          </a:p>
        </p:txBody>
      </p:sp>
      <p:sp>
        <p:nvSpPr>
          <p:cNvPr id="220" name="Google Shape;220;p16"/>
          <p:cNvSpPr txBox="1"/>
          <p:nvPr/>
        </p:nvSpPr>
        <p:spPr>
          <a:xfrm>
            <a:off x="5152913" y="5083433"/>
            <a:ext cx="18867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100" u="none" cap="none" strike="noStrike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consectetur adipiscing elit, sed do eiusmod tempor incididunt ut labore et dolore magna aliqua. </a:t>
            </a:r>
            <a:endParaRPr sz="800"/>
          </a:p>
        </p:txBody>
      </p:sp>
      <p:sp>
        <p:nvSpPr>
          <p:cNvPr id="221" name="Google Shape;221;p16"/>
          <p:cNvSpPr txBox="1"/>
          <p:nvPr/>
        </p:nvSpPr>
        <p:spPr>
          <a:xfrm>
            <a:off x="8954445" y="4602035"/>
            <a:ext cx="1000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D14043"/>
                </a:solidFill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sz="800"/>
          </a:p>
        </p:txBody>
      </p:sp>
      <p:sp>
        <p:nvSpPr>
          <p:cNvPr id="222" name="Google Shape;222;p16"/>
          <p:cNvSpPr txBox="1"/>
          <p:nvPr/>
        </p:nvSpPr>
        <p:spPr>
          <a:xfrm>
            <a:off x="8511057" y="5026631"/>
            <a:ext cx="18867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100" u="none" cap="none" strike="noStrike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consectetur adipiscing elit, sed do eiusmod tempor incididunt ut labore et dolore magna aliqua. </a:t>
            </a:r>
            <a:endParaRPr sz="800"/>
          </a:p>
        </p:txBody>
      </p:sp>
      <p:sp>
        <p:nvSpPr>
          <p:cNvPr id="223" name="Google Shape;223;p16"/>
          <p:cNvSpPr/>
          <p:nvPr/>
        </p:nvSpPr>
        <p:spPr>
          <a:xfrm flipH="1">
            <a:off x="-4205191" y="3799251"/>
            <a:ext cx="7785774" cy="4232630"/>
          </a:xfrm>
          <a:custGeom>
            <a:rect b="b" l="l" r="r" t="t"/>
            <a:pathLst>
              <a:path extrusionOk="0" h="7393240" w="13599606">
                <a:moveTo>
                  <a:pt x="13599606" y="0"/>
                </a:moveTo>
                <a:lnTo>
                  <a:pt x="0" y="0"/>
                </a:lnTo>
                <a:lnTo>
                  <a:pt x="0" y="7393241"/>
                </a:lnTo>
                <a:lnTo>
                  <a:pt x="13599606" y="7393241"/>
                </a:lnTo>
                <a:lnTo>
                  <a:pt x="13599606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24" name="Google Shape;224;p16" title="YXL Bilingual - Blue Stacke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4500" y="166900"/>
            <a:ext cx="2163001" cy="8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6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p16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16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" name="Google Shape;228;p16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4">
  <p:cSld name="CUSTOM_3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17"/>
          <p:cNvGrpSpPr/>
          <p:nvPr/>
        </p:nvGrpSpPr>
        <p:grpSpPr>
          <a:xfrm>
            <a:off x="-1015880" y="3709853"/>
            <a:ext cx="3005978" cy="3005978"/>
            <a:chOff x="0" y="0"/>
            <a:chExt cx="812800" cy="812800"/>
          </a:xfrm>
        </p:grpSpPr>
        <p:sp>
          <p:nvSpPr>
            <p:cNvPr id="231" name="Google Shape;231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394E"/>
            </a:solidFill>
            <a:ln>
              <a:noFill/>
            </a:ln>
          </p:spPr>
          <p:txBody>
            <a:bodyPr anchorCtr="0" anchor="ctr" bIns="57375" lIns="57375" spcFirstLastPara="1" rIns="57375" wrap="square" tIns="57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7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1875" lIns="31875" spcFirstLastPara="1" rIns="31875" wrap="square" tIns="31875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17"/>
          <p:cNvSpPr/>
          <p:nvPr/>
        </p:nvSpPr>
        <p:spPr>
          <a:xfrm>
            <a:off x="6103753" y="-1886475"/>
            <a:ext cx="7193791" cy="3910807"/>
          </a:xfrm>
          <a:custGeom>
            <a:rect b="b" l="l" r="r" t="t"/>
            <a:pathLst>
              <a:path extrusionOk="0" h="6232361" w="11464209">
                <a:moveTo>
                  <a:pt x="0" y="0"/>
                </a:moveTo>
                <a:lnTo>
                  <a:pt x="11464208" y="0"/>
                </a:lnTo>
                <a:lnTo>
                  <a:pt x="11464208" y="6232361"/>
                </a:lnTo>
                <a:lnTo>
                  <a:pt x="0" y="62323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p17"/>
          <p:cNvSpPr/>
          <p:nvPr/>
        </p:nvSpPr>
        <p:spPr>
          <a:xfrm flipH="1">
            <a:off x="-5932773" y="5212839"/>
            <a:ext cx="11054113" cy="4666603"/>
          </a:xfrm>
          <a:custGeom>
            <a:rect b="b" l="l" r="r" t="t"/>
            <a:pathLst>
              <a:path extrusionOk="0" h="7436817" w="17616116">
                <a:moveTo>
                  <a:pt x="17616116" y="0"/>
                </a:moveTo>
                <a:lnTo>
                  <a:pt x="0" y="0"/>
                </a:lnTo>
                <a:lnTo>
                  <a:pt x="0" y="7436817"/>
                </a:lnTo>
                <a:lnTo>
                  <a:pt x="17616116" y="7436817"/>
                </a:lnTo>
                <a:lnTo>
                  <a:pt x="17616116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5" name="Google Shape;235;p17"/>
          <p:cNvSpPr txBox="1"/>
          <p:nvPr/>
        </p:nvSpPr>
        <p:spPr>
          <a:xfrm>
            <a:off x="773000" y="2551616"/>
            <a:ext cx="105117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6000">
                <a:solidFill>
                  <a:srgbClr val="EF394E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THE YUEXUELE VIETNAM ACADEMIC TEAM</a:t>
            </a:r>
            <a:endParaRPr sz="700">
              <a:solidFill>
                <a:srgbClr val="EF394E"/>
              </a:solidFill>
            </a:endParaRPr>
          </a:p>
        </p:txBody>
      </p:sp>
      <p:pic>
        <p:nvPicPr>
          <p:cNvPr id="236" name="Google Shape;236;p17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900" y="217200"/>
            <a:ext cx="2163001" cy="8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7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17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17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17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"/>
          <p:cNvSpPr/>
          <p:nvPr/>
        </p:nvSpPr>
        <p:spPr>
          <a:xfrm>
            <a:off x="-257770" y="-748625"/>
            <a:ext cx="5668162" cy="2363303"/>
          </a:xfrm>
          <a:custGeom>
            <a:rect b="b" l="l" r="r" t="t"/>
            <a:pathLst>
              <a:path extrusionOk="0" h="3796471" w="9105481">
                <a:moveTo>
                  <a:pt x="0" y="0"/>
                </a:moveTo>
                <a:lnTo>
                  <a:pt x="9105481" y="0"/>
                </a:lnTo>
                <a:lnTo>
                  <a:pt x="9105481" y="3796472"/>
                </a:lnTo>
                <a:lnTo>
                  <a:pt x="0" y="37964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3" name="Google Shape;243;p18"/>
          <p:cNvSpPr/>
          <p:nvPr/>
        </p:nvSpPr>
        <p:spPr>
          <a:xfrm>
            <a:off x="-440275" y="-24121"/>
            <a:ext cx="6843739" cy="6022490"/>
          </a:xfrm>
          <a:custGeom>
            <a:rect b="b" l="l" r="r" t="t"/>
            <a:pathLst>
              <a:path extrusionOk="0" h="9674683" w="10993958">
                <a:moveTo>
                  <a:pt x="0" y="0"/>
                </a:moveTo>
                <a:lnTo>
                  <a:pt x="10993958" y="0"/>
                </a:lnTo>
                <a:lnTo>
                  <a:pt x="10993958" y="9674682"/>
                </a:lnTo>
                <a:lnTo>
                  <a:pt x="0" y="96746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4" name="Google Shape;244;p18"/>
          <p:cNvSpPr txBox="1"/>
          <p:nvPr/>
        </p:nvSpPr>
        <p:spPr>
          <a:xfrm>
            <a:off x="5101204" y="2371072"/>
            <a:ext cx="5513700" cy="17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4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5900" u="none" cap="none" strike="noStrike">
                <a:solidFill>
                  <a:srgbClr val="D140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OUR </a:t>
            </a:r>
            <a:r>
              <a:rPr b="1" lang="zh-CN" sz="5900">
                <a:solidFill>
                  <a:srgbClr val="D140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PRODUCT</a:t>
            </a:r>
            <a:r>
              <a:rPr b="1" i="0" lang="zh-CN" sz="5900" u="none" cap="none" strike="noStrike">
                <a:solidFill>
                  <a:srgbClr val="D140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</a:t>
            </a:r>
            <a:endParaRPr sz="900"/>
          </a:p>
        </p:txBody>
      </p:sp>
      <p:sp>
        <p:nvSpPr>
          <p:cNvPr id="245" name="Google Shape;245;p18"/>
          <p:cNvSpPr/>
          <p:nvPr/>
        </p:nvSpPr>
        <p:spPr>
          <a:xfrm>
            <a:off x="8968473" y="5132539"/>
            <a:ext cx="4642684" cy="1935737"/>
          </a:xfrm>
          <a:custGeom>
            <a:rect b="b" l="l" r="r" t="t"/>
            <a:pathLst>
              <a:path extrusionOk="0" h="3109618" w="7458127">
                <a:moveTo>
                  <a:pt x="0" y="0"/>
                </a:moveTo>
                <a:lnTo>
                  <a:pt x="7458126" y="0"/>
                </a:lnTo>
                <a:lnTo>
                  <a:pt x="7458126" y="3109617"/>
                </a:lnTo>
                <a:lnTo>
                  <a:pt x="0" y="31096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6" name="Google Shape;246;p18"/>
          <p:cNvSpPr/>
          <p:nvPr/>
        </p:nvSpPr>
        <p:spPr>
          <a:xfrm flipH="1">
            <a:off x="-1965622" y="1299899"/>
            <a:ext cx="3046400" cy="1270177"/>
          </a:xfrm>
          <a:custGeom>
            <a:rect b="b" l="l" r="r" t="t"/>
            <a:pathLst>
              <a:path extrusionOk="0" h="2040445" w="4893815">
                <a:moveTo>
                  <a:pt x="4893815" y="0"/>
                </a:moveTo>
                <a:lnTo>
                  <a:pt x="0" y="0"/>
                </a:lnTo>
                <a:lnTo>
                  <a:pt x="0" y="2040445"/>
                </a:lnTo>
                <a:lnTo>
                  <a:pt x="4893815" y="2040445"/>
                </a:lnTo>
                <a:lnTo>
                  <a:pt x="4893815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47" name="Google Shape;247;p18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51800" y="229800"/>
            <a:ext cx="2163001" cy="876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">
  <p:cSld name="CUSTOM_5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9"/>
          <p:cNvSpPr/>
          <p:nvPr/>
        </p:nvSpPr>
        <p:spPr>
          <a:xfrm rot="296900">
            <a:off x="-176988" y="1843611"/>
            <a:ext cx="6138925" cy="5748267"/>
          </a:xfrm>
          <a:custGeom>
            <a:rect b="b" l="l" r="r" t="t"/>
            <a:pathLst>
              <a:path extrusionOk="0" h="9916610" w="10590554">
                <a:moveTo>
                  <a:pt x="0" y="0"/>
                </a:moveTo>
                <a:lnTo>
                  <a:pt x="10590554" y="0"/>
                </a:lnTo>
                <a:lnTo>
                  <a:pt x="10590554" y="9916610"/>
                </a:lnTo>
                <a:lnTo>
                  <a:pt x="0" y="99166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0" name="Google Shape;250;p19"/>
          <p:cNvSpPr/>
          <p:nvPr/>
        </p:nvSpPr>
        <p:spPr>
          <a:xfrm flipH="1">
            <a:off x="8991574" y="-733497"/>
            <a:ext cx="4224528" cy="2327331"/>
          </a:xfrm>
          <a:custGeom>
            <a:rect b="b" l="l" r="r" t="t"/>
            <a:pathLst>
              <a:path extrusionOk="0" h="4030010" w="7315200">
                <a:moveTo>
                  <a:pt x="7315200" y="0"/>
                </a:moveTo>
                <a:lnTo>
                  <a:pt x="0" y="0"/>
                </a:lnTo>
                <a:lnTo>
                  <a:pt x="0" y="4030010"/>
                </a:lnTo>
                <a:lnTo>
                  <a:pt x="7315200" y="4030010"/>
                </a:lnTo>
                <a:lnTo>
                  <a:pt x="73152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p19"/>
          <p:cNvSpPr txBox="1"/>
          <p:nvPr/>
        </p:nvSpPr>
        <p:spPr>
          <a:xfrm>
            <a:off x="5564686" y="1350781"/>
            <a:ext cx="41697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4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4400" u="none" cap="none" strike="noStrike">
                <a:solidFill>
                  <a:srgbClr val="D140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PRODUCTION PROCESS</a:t>
            </a:r>
            <a:endParaRPr sz="800"/>
          </a:p>
        </p:txBody>
      </p:sp>
      <p:sp>
        <p:nvSpPr>
          <p:cNvPr id="252" name="Google Shape;252;p19"/>
          <p:cNvSpPr/>
          <p:nvPr/>
        </p:nvSpPr>
        <p:spPr>
          <a:xfrm flipH="1">
            <a:off x="8042488" y="5135429"/>
            <a:ext cx="4224528" cy="2327331"/>
          </a:xfrm>
          <a:custGeom>
            <a:rect b="b" l="l" r="r" t="t"/>
            <a:pathLst>
              <a:path extrusionOk="0" h="4030010" w="7315200">
                <a:moveTo>
                  <a:pt x="7315200" y="0"/>
                </a:moveTo>
                <a:lnTo>
                  <a:pt x="0" y="0"/>
                </a:lnTo>
                <a:lnTo>
                  <a:pt x="0" y="4030011"/>
                </a:lnTo>
                <a:lnTo>
                  <a:pt x="7315200" y="4030011"/>
                </a:lnTo>
                <a:lnTo>
                  <a:pt x="73152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53" name="Google Shape;253;p19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900" y="217200"/>
            <a:ext cx="2163001" cy="876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7">
  <p:cSld name="CUSTOM_6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"/>
          <p:cNvSpPr/>
          <p:nvPr/>
        </p:nvSpPr>
        <p:spPr>
          <a:xfrm>
            <a:off x="4869911" y="-2579757"/>
            <a:ext cx="10319744" cy="4446872"/>
          </a:xfrm>
          <a:custGeom>
            <a:rect b="b" l="l" r="r" t="t"/>
            <a:pathLst>
              <a:path extrusionOk="0" h="6285331" w="14586210">
                <a:moveTo>
                  <a:pt x="0" y="0"/>
                </a:moveTo>
                <a:lnTo>
                  <a:pt x="14586210" y="0"/>
                </a:lnTo>
                <a:lnTo>
                  <a:pt x="14586210" y="6285330"/>
                </a:lnTo>
                <a:lnTo>
                  <a:pt x="0" y="62853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6" name="Google Shape;256;p20"/>
          <p:cNvSpPr txBox="1"/>
          <p:nvPr/>
        </p:nvSpPr>
        <p:spPr>
          <a:xfrm>
            <a:off x="533401" y="1819039"/>
            <a:ext cx="7750800" cy="24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94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8300" u="none" cap="none" strike="noStrike">
                <a:solidFill>
                  <a:srgbClr val="D140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OUR CONTACT</a:t>
            </a:r>
            <a:endParaRPr sz="900"/>
          </a:p>
        </p:txBody>
      </p:sp>
      <p:grpSp>
        <p:nvGrpSpPr>
          <p:cNvPr id="257" name="Google Shape;257;p20"/>
          <p:cNvGrpSpPr/>
          <p:nvPr/>
        </p:nvGrpSpPr>
        <p:grpSpPr>
          <a:xfrm>
            <a:off x="7916878" y="1762349"/>
            <a:ext cx="4234119" cy="4234119"/>
            <a:chOff x="0" y="0"/>
            <a:chExt cx="812800" cy="812800"/>
          </a:xfrm>
        </p:grpSpPr>
        <p:sp>
          <p:nvSpPr>
            <p:cNvPr id="258" name="Google Shape;258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4043"/>
            </a:solidFill>
            <a:ln>
              <a:noFill/>
            </a:ln>
          </p:spPr>
          <p:txBody>
            <a:bodyPr anchorCtr="0" anchor="ctr" bIns="64725" lIns="64725" spcFirstLastPara="1" rIns="64725" wrap="square" tIns="64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0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975" lIns="35975" spcFirstLastPara="1" rIns="35975" wrap="square" tIns="35975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" name="Google Shape;260;p20"/>
          <p:cNvSpPr/>
          <p:nvPr/>
        </p:nvSpPr>
        <p:spPr>
          <a:xfrm flipH="1">
            <a:off x="712231" y="4176221"/>
            <a:ext cx="12463402" cy="5261548"/>
          </a:xfrm>
          <a:custGeom>
            <a:rect b="b" l="l" r="r" t="t"/>
            <a:pathLst>
              <a:path extrusionOk="0" h="7436817" w="17616116">
                <a:moveTo>
                  <a:pt x="17616116" y="0"/>
                </a:moveTo>
                <a:lnTo>
                  <a:pt x="0" y="0"/>
                </a:lnTo>
                <a:lnTo>
                  <a:pt x="0" y="7436817"/>
                </a:lnTo>
                <a:lnTo>
                  <a:pt x="17616116" y="7436817"/>
                </a:lnTo>
                <a:lnTo>
                  <a:pt x="17616116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61" name="Google Shape;261;p20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900" y="217200"/>
            <a:ext cx="2163001" cy="876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bg>
      <p:bgPr>
        <a:solidFill>
          <a:srgbClr val="1F3864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1"/>
          <p:cNvSpPr txBox="1"/>
          <p:nvPr>
            <p:ph type="title"/>
          </p:nvPr>
        </p:nvSpPr>
        <p:spPr>
          <a:xfrm>
            <a:off x="831850" y="1345944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Montserrat"/>
              <a:buNone/>
              <a:defRPr sz="6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idx="1" type="body"/>
          </p:nvPr>
        </p:nvSpPr>
        <p:spPr>
          <a:xfrm>
            <a:off x="831850" y="4225669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grpSp>
        <p:nvGrpSpPr>
          <p:cNvPr id="265" name="Google Shape;265;p21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266" name="Google Shape;266;p21"/>
            <p:cNvGrpSpPr/>
            <p:nvPr/>
          </p:nvGrpSpPr>
          <p:grpSpPr>
            <a:xfrm>
              <a:off x="482992" y="4589028"/>
              <a:ext cx="8497082" cy="277009"/>
              <a:chOff x="1120971" y="6118869"/>
              <a:chExt cx="10851957" cy="369346"/>
            </a:xfrm>
          </p:grpSpPr>
          <p:pic>
            <p:nvPicPr>
              <p:cNvPr id="267" name="Google Shape;267;p21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268" name="Google Shape;268;p21"/>
              <p:cNvCxnSpPr>
                <a:stCxn id="269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269" name="Google Shape;269;p21" title="YXL Bilingual - Blue Stacked.png"/>
            <p:cNvPicPr preferRelativeResize="0"/>
            <p:nvPr/>
          </p:nvPicPr>
          <p:blipFill rotWithShape="1">
            <a:blip r:embed="rId3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70" name="Google Shape;270;p21" title="YXL Bilingual - White Stack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8920" y="474133"/>
            <a:ext cx="2494134" cy="1008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Text">
  <p:cSld name="Body 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2"/>
          <p:cNvSpPr txBox="1"/>
          <p:nvPr>
            <p:ph type="title"/>
          </p:nvPr>
        </p:nvSpPr>
        <p:spPr>
          <a:xfrm>
            <a:off x="872067" y="449800"/>
            <a:ext cx="8374800" cy="10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398E"/>
              </a:buClr>
              <a:buSzPts val="3700"/>
              <a:buFont typeface="Cherry Cream Soda"/>
              <a:buNone/>
              <a:defRPr b="1" sz="3700">
                <a:solidFill>
                  <a:srgbClr val="29398E"/>
                </a:solidFill>
                <a:latin typeface="Cherry Cream Soda"/>
                <a:ea typeface="Cherry Cream Soda"/>
                <a:cs typeface="Cherry Cream Soda"/>
                <a:sym typeface="Cherry Cream Soda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9pPr>
          </a:lstStyle>
          <a:p/>
        </p:txBody>
      </p:sp>
      <p:sp>
        <p:nvSpPr>
          <p:cNvPr id="273" name="Google Shape;273;p22"/>
          <p:cNvSpPr txBox="1"/>
          <p:nvPr>
            <p:ph idx="1" type="body"/>
          </p:nvPr>
        </p:nvSpPr>
        <p:spPr>
          <a:xfrm>
            <a:off x="838200" y="1503433"/>
            <a:ext cx="9316500" cy="38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indent="-3619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chitects Daughter"/>
              <a:buChar char="●"/>
              <a:defRPr sz="2100">
                <a:latin typeface="Architects Daughter"/>
                <a:ea typeface="Architects Daughter"/>
                <a:cs typeface="Architects Daughter"/>
                <a:sym typeface="Architects Daughter"/>
              </a:defRPr>
            </a:lvl1pPr>
            <a:lvl2pPr indent="-463550" lvl="1" marL="9144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○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2pPr>
            <a:lvl3pPr indent="-463550" lvl="2" marL="13716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■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3pPr>
            <a:lvl4pPr indent="-463550" lvl="3" marL="18288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●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4pPr>
            <a:lvl5pPr indent="-463550" lvl="4" marL="22860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○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5pPr>
            <a:lvl6pPr indent="-463550" lvl="5" marL="27432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■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6pPr>
            <a:lvl7pPr indent="-463550" lvl="6" marL="32004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●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7pPr>
            <a:lvl8pPr indent="-463550" lvl="7" marL="36576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○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8pPr>
            <a:lvl9pPr indent="-463550" lvl="8" marL="41148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■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9pPr>
          </a:lstStyle>
          <a:p/>
        </p:txBody>
      </p:sp>
      <p:pic>
        <p:nvPicPr>
          <p:cNvPr id="274" name="Google Shape;27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9120" y="5966661"/>
            <a:ext cx="523842" cy="5238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7896" y="-1119527"/>
            <a:ext cx="2566287" cy="256591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2"/>
          <p:cNvSpPr txBox="1"/>
          <p:nvPr>
            <p:ph idx="12" type="sldNum"/>
          </p:nvPr>
        </p:nvSpPr>
        <p:spPr>
          <a:xfrm>
            <a:off x="940456" y="6264531"/>
            <a:ext cx="3648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00" lIns="60900" spcFirstLastPara="1" rIns="60900" wrap="square" tIns="609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 b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 cap="flat" cmpd="sng" w="9525">
            <a:solidFill>
              <a:srgbClr val="D140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74C"/>
              </a:buClr>
              <a:buSzPts val="4400"/>
              <a:buFont typeface="Montserrat Black"/>
              <a:buNone/>
              <a:defRPr i="0" sz="4400" u="none" cap="none" strike="noStrike">
                <a:solidFill>
                  <a:srgbClr val="F5374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492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492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925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1.png"/><Relationship Id="rId4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9.png"/><Relationship Id="rId4" Type="http://schemas.openxmlformats.org/officeDocument/2006/relationships/image" Target="../media/image2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6.png"/><Relationship Id="rId4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3.png"/><Relationship Id="rId4" Type="http://schemas.openxmlformats.org/officeDocument/2006/relationships/image" Target="../media/image28.png"/><Relationship Id="rId5" Type="http://schemas.openxmlformats.org/officeDocument/2006/relationships/hyperlink" Target="http://drive.google.com/file/d/14oLNGT331LKNFK5iZoF9IxOnljpcDsP8/view" TargetMode="External"/><Relationship Id="rId6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2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hyperlink" Target="http://drive.google.com/file/d/1YA2su519mUl7PSQAg_AAiqfiLybvPp1U/view" TargetMode="External"/><Relationship Id="rId7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2.png"/><Relationship Id="rId4" Type="http://schemas.openxmlformats.org/officeDocument/2006/relationships/image" Target="../media/image28.png"/><Relationship Id="rId5" Type="http://schemas.openxmlformats.org/officeDocument/2006/relationships/hyperlink" Target="http://drive.google.com/file/d/1YA2su519mUl7PSQAg_AAiqfiLybvPp1U/view" TargetMode="External"/><Relationship Id="rId6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4.png"/><Relationship Id="rId4" Type="http://schemas.openxmlformats.org/officeDocument/2006/relationships/image" Target="../media/image29.png"/><Relationship Id="rId5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1.png"/><Relationship Id="rId4" Type="http://schemas.openxmlformats.org/officeDocument/2006/relationships/image" Target="../media/image32.png"/><Relationship Id="rId5" Type="http://schemas.openxmlformats.org/officeDocument/2006/relationships/image" Target="../media/image44.png"/><Relationship Id="rId6" Type="http://schemas.openxmlformats.org/officeDocument/2006/relationships/image" Target="../media/image3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png"/><Relationship Id="rId4" Type="http://schemas.openxmlformats.org/officeDocument/2006/relationships/image" Target="../media/image4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8.png"/><Relationship Id="rId4" Type="http://schemas.openxmlformats.org/officeDocument/2006/relationships/image" Target="../media/image40.png"/><Relationship Id="rId5" Type="http://schemas.openxmlformats.org/officeDocument/2006/relationships/image" Target="../media/image4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3"/>
          <p:cNvSpPr txBox="1"/>
          <p:nvPr/>
        </p:nvSpPr>
        <p:spPr>
          <a:xfrm>
            <a:off x="2115375" y="2552050"/>
            <a:ext cx="7869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000">
                <a:solidFill>
                  <a:srgbClr val="1A3868"/>
                </a:solidFill>
                <a:latin typeface="Montserrat"/>
                <a:ea typeface="Montserrat"/>
                <a:cs typeface="Montserrat"/>
                <a:sym typeface="Montserrat"/>
              </a:rPr>
              <a:t>Unit 4 lesson 3</a:t>
            </a:r>
            <a:endParaRPr b="1" sz="5000">
              <a:solidFill>
                <a:srgbClr val="1A386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2" name="Google Shape;282;p23"/>
          <p:cNvSpPr txBox="1"/>
          <p:nvPr/>
        </p:nvSpPr>
        <p:spPr>
          <a:xfrm>
            <a:off x="2207625" y="3506350"/>
            <a:ext cx="7869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000">
                <a:solidFill>
                  <a:srgbClr val="1A3868"/>
                </a:solidFill>
                <a:latin typeface="Montserrat"/>
                <a:ea typeface="Montserrat"/>
                <a:cs typeface="Montserrat"/>
                <a:sym typeface="Montserrat"/>
              </a:rPr>
              <a:t>三个苹果</a:t>
            </a:r>
            <a:endParaRPr b="1" sz="5000">
              <a:solidFill>
                <a:srgbClr val="1A386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4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点名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zh-CN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Diǎnmíng</a:t>
            </a:r>
            <a:endParaRPr sz="2750">
              <a:solidFill>
                <a:srgbClr val="002060"/>
              </a:solidFill>
            </a:endParaRPr>
          </a:p>
        </p:txBody>
      </p:sp>
      <p:pic>
        <p:nvPicPr>
          <p:cNvPr id="288" name="Google Shape;288;p24" title="Ảnh chụp Màn hình 2025-08-20 lúc 12.04.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4042263" y="329350"/>
            <a:ext cx="6338551" cy="579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5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课堂用语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zh-CN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Kètáng yòngyǔ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4" name="Google Shape;294;p25"/>
          <p:cNvPicPr preferRelativeResize="0"/>
          <p:nvPr/>
        </p:nvPicPr>
        <p:blipFill rotWithShape="1">
          <a:blip r:embed="rId3">
            <a:alphaModFix/>
          </a:blip>
          <a:srcRect b="35055" l="7630" r="6348" t="36099"/>
          <a:stretch/>
        </p:blipFill>
        <p:spPr>
          <a:xfrm rot="5400000">
            <a:off x="2667125" y="2151450"/>
            <a:ext cx="4828725" cy="229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5" title="Ảnh chụp Màn hình 2025-08-15 lúc 13.37.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8041313" y="1627856"/>
            <a:ext cx="2216497" cy="2843529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5"/>
          <p:cNvSpPr txBox="1"/>
          <p:nvPr/>
        </p:nvSpPr>
        <p:spPr>
          <a:xfrm>
            <a:off x="5999992" y="4146787"/>
            <a:ext cx="63258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275" lIns="125275" spcFirstLastPara="1" rIns="125275" wrap="square" tIns="12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740">
                <a:latin typeface="Montserrat"/>
                <a:ea typeface="Montserrat"/>
                <a:cs typeface="Montserrat"/>
                <a:sym typeface="Montserrat"/>
              </a:rPr>
              <a:t>sit nicely</a:t>
            </a:r>
            <a:endParaRPr sz="274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6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课堂用语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zh-CN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Kètáng yòngyǔ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02" name="Google Shape;302;p26"/>
          <p:cNvPicPr preferRelativeResize="0"/>
          <p:nvPr/>
        </p:nvPicPr>
        <p:blipFill rotWithShape="1">
          <a:blip r:embed="rId3">
            <a:alphaModFix/>
          </a:blip>
          <a:srcRect b="29504" l="7716" r="8320" t="21475"/>
          <a:stretch/>
        </p:blipFill>
        <p:spPr>
          <a:xfrm rot="5400000">
            <a:off x="3372200" y="1192761"/>
            <a:ext cx="5021125" cy="414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6" title="Ảnh chụp Màn hình 2025-08-15 lúc 13.41.1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7941128" y="2164982"/>
            <a:ext cx="2262275" cy="2003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6"/>
          <p:cNvSpPr txBox="1"/>
          <p:nvPr/>
        </p:nvSpPr>
        <p:spPr>
          <a:xfrm>
            <a:off x="6135950" y="4146775"/>
            <a:ext cx="61899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275" lIns="125275" spcFirstLastPara="1" rIns="125275" wrap="square" tIns="12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740">
                <a:latin typeface="Montserrat"/>
                <a:ea typeface="Montserrat"/>
                <a:cs typeface="Montserrat"/>
                <a:sym typeface="Montserrat"/>
              </a:rPr>
              <a:t>listen</a:t>
            </a:r>
            <a:endParaRPr sz="274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7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课堂用语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zh-CN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Kètáng yòngyǔ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0" name="Google Shape;310;p27"/>
          <p:cNvPicPr preferRelativeResize="0"/>
          <p:nvPr/>
        </p:nvPicPr>
        <p:blipFill rotWithShape="1">
          <a:blip r:embed="rId3">
            <a:alphaModFix/>
          </a:blip>
          <a:srcRect b="22883" l="33903" r="34063" t="22147"/>
          <a:stretch/>
        </p:blipFill>
        <p:spPr>
          <a:xfrm rot="5400000">
            <a:off x="2648382" y="1977099"/>
            <a:ext cx="4245874" cy="4098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7"/>
          <p:cNvPicPr preferRelativeResize="0"/>
          <p:nvPr/>
        </p:nvPicPr>
        <p:blipFill rotWithShape="1">
          <a:blip r:embed="rId4">
            <a:alphaModFix/>
          </a:blip>
          <a:srcRect b="14408" l="45320" r="39726" t="24305"/>
          <a:stretch/>
        </p:blipFill>
        <p:spPr>
          <a:xfrm rot="5400000">
            <a:off x="8520982" y="1095306"/>
            <a:ext cx="1777714" cy="4098576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7"/>
          <p:cNvSpPr txBox="1"/>
          <p:nvPr/>
        </p:nvSpPr>
        <p:spPr>
          <a:xfrm>
            <a:off x="7677446" y="4093874"/>
            <a:ext cx="34647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5600" lIns="105600" spcFirstLastPara="1" rIns="105600" wrap="square" tIns="1056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309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zh-CN" sz="2309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yes on me</a:t>
            </a:r>
            <a:endParaRPr sz="1616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8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课堂用语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zh-CN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Kètáng yòngyǔ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8" name="Google Shape;318;p28"/>
          <p:cNvPicPr preferRelativeResize="0"/>
          <p:nvPr/>
        </p:nvPicPr>
        <p:blipFill rotWithShape="1">
          <a:blip r:embed="rId3">
            <a:alphaModFix/>
          </a:blip>
          <a:srcRect b="13303" l="8726" r="10471" t="17189"/>
          <a:stretch/>
        </p:blipFill>
        <p:spPr>
          <a:xfrm rot="5400000">
            <a:off x="2138750" y="1535250"/>
            <a:ext cx="3958426" cy="481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8" title="Ảnh chụp Màn hình 2025-08-15 lúc 13.37.4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8033850" y="1958547"/>
            <a:ext cx="2479184" cy="3239241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8"/>
          <p:cNvSpPr txBox="1"/>
          <p:nvPr/>
        </p:nvSpPr>
        <p:spPr>
          <a:xfrm>
            <a:off x="6101275" y="4607285"/>
            <a:ext cx="6262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4050" lIns="124050" spcFirstLastPara="1" rIns="124050" wrap="square" tIns="124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713">
                <a:latin typeface="Montserrat"/>
                <a:ea typeface="Montserrat"/>
                <a:cs typeface="Montserrat"/>
                <a:sym typeface="Montserrat"/>
              </a:rPr>
              <a:t>quiet</a:t>
            </a:r>
            <a:endParaRPr sz="2713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29" title="Thảo Tiên tham khảo (39).png"/>
          <p:cNvPicPr preferRelativeResize="0"/>
          <p:nvPr/>
        </p:nvPicPr>
        <p:blipFill rotWithShape="1">
          <a:blip r:embed="rId3">
            <a:alphaModFix/>
          </a:blip>
          <a:srcRect b="33334" l="13882" r="0" t="27768"/>
          <a:stretch/>
        </p:blipFill>
        <p:spPr>
          <a:xfrm>
            <a:off x="2306814" y="1592625"/>
            <a:ext cx="7582900" cy="4844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9"/>
          <p:cNvSpPr txBox="1"/>
          <p:nvPr>
            <p:ph idx="4294967295" type="title"/>
          </p:nvPr>
        </p:nvSpPr>
        <p:spPr>
          <a:xfrm>
            <a:off x="838200" y="393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水果抢答赛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Shuǐguǒ qiǎngdá sài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7" name="Google Shape;327;p29"/>
          <p:cNvSpPr/>
          <p:nvPr/>
        </p:nvSpPr>
        <p:spPr>
          <a:xfrm>
            <a:off x="6023700" y="314225"/>
            <a:ext cx="5330100" cy="1483500"/>
          </a:xfrm>
          <a:prstGeom prst="wedgeEllipseCallout">
            <a:avLst>
              <a:gd fmla="val -36114" name="adj1"/>
              <a:gd fmla="val 73384" name="adj2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700">
                <a:latin typeface="KaiTi"/>
                <a:ea typeface="KaiTi"/>
                <a:cs typeface="KaiTi"/>
                <a:sym typeface="KaiTi"/>
              </a:rPr>
              <a:t>两个香蕉</a:t>
            </a:r>
            <a:r>
              <a:rPr lang="zh-CN" sz="175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liǎng gè xiāngjiāo</a:t>
            </a:r>
            <a:r>
              <a:rPr lang="zh-CN" sz="2700">
                <a:latin typeface="KaiTi"/>
                <a:ea typeface="KaiTi"/>
                <a:cs typeface="KaiTi"/>
                <a:sym typeface="KaiTi"/>
              </a:rPr>
              <a:t>，三个梨</a:t>
            </a:r>
            <a:r>
              <a:rPr lang="zh-CN" sz="175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sān gè lí</a:t>
            </a:r>
            <a:r>
              <a:rPr lang="zh-CN" sz="2700">
                <a:latin typeface="KaiTi"/>
                <a:ea typeface="KaiTi"/>
                <a:cs typeface="KaiTi"/>
                <a:sym typeface="KaiTi"/>
              </a:rPr>
              <a:t>，</a:t>
            </a:r>
            <a:endParaRPr sz="2700">
              <a:latin typeface="KaiTi"/>
              <a:ea typeface="KaiTi"/>
              <a:cs typeface="KaiTi"/>
              <a:sym typeface="KaiT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700">
                <a:latin typeface="KaiTi"/>
                <a:ea typeface="KaiTi"/>
                <a:cs typeface="KaiTi"/>
                <a:sym typeface="KaiTi"/>
              </a:rPr>
              <a:t>五个橘子</a:t>
            </a:r>
            <a:r>
              <a:rPr lang="zh-CN" sz="175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wǔ gè júzǐ</a:t>
            </a:r>
            <a:endParaRPr sz="2700">
              <a:latin typeface="KaiTi"/>
              <a:ea typeface="KaiTi"/>
              <a:cs typeface="KaiTi"/>
              <a:sym typeface="KaiT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2" name="Google Shape;332;p30"/>
          <p:cNvGrpSpPr/>
          <p:nvPr/>
        </p:nvGrpSpPr>
        <p:grpSpPr>
          <a:xfrm>
            <a:off x="5059523" y="1662664"/>
            <a:ext cx="1988611" cy="2077223"/>
            <a:chOff x="1126030" y="1819481"/>
            <a:chExt cx="1988611" cy="2077223"/>
          </a:xfrm>
        </p:grpSpPr>
        <p:pic>
          <p:nvPicPr>
            <p:cNvPr id="333" name="Google Shape;333;p30" title="水果闪卡 (1).png"/>
            <p:cNvPicPr preferRelativeResize="0"/>
            <p:nvPr/>
          </p:nvPicPr>
          <p:blipFill rotWithShape="1">
            <a:blip r:embed="rId3">
              <a:alphaModFix/>
            </a:blip>
            <a:srcRect b="75656" l="53045" r="0" t="1438"/>
            <a:stretch/>
          </p:blipFill>
          <p:spPr>
            <a:xfrm>
              <a:off x="1126030" y="1819481"/>
              <a:ext cx="1988611" cy="137208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4" name="Google Shape;334;p30"/>
            <p:cNvGrpSpPr/>
            <p:nvPr/>
          </p:nvGrpSpPr>
          <p:grpSpPr>
            <a:xfrm>
              <a:off x="1567127" y="3191584"/>
              <a:ext cx="1106517" cy="705119"/>
              <a:chOff x="7109000" y="4077374"/>
              <a:chExt cx="1448700" cy="923173"/>
            </a:xfrm>
          </p:grpSpPr>
          <p:sp>
            <p:nvSpPr>
              <p:cNvPr id="335" name="Google Shape;335;p30"/>
              <p:cNvSpPr txBox="1"/>
              <p:nvPr/>
            </p:nvSpPr>
            <p:spPr>
              <a:xfrm>
                <a:off x="7235279" y="4077374"/>
                <a:ext cx="1150200" cy="50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2025" lIns="22025" spcFirstLastPara="1" rIns="22025" wrap="square" tIns="220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3191">
                    <a:solidFill>
                      <a:schemeClr val="dk1"/>
                    </a:solidFill>
                    <a:latin typeface="KaiTi"/>
                    <a:ea typeface="KaiTi"/>
                    <a:cs typeface="KaiTi"/>
                    <a:sym typeface="KaiTi"/>
                  </a:rPr>
                  <a:t>苹果</a:t>
                </a:r>
                <a:endParaRPr sz="3191">
                  <a:solidFill>
                    <a:schemeClr val="dk1"/>
                  </a:solidFill>
                  <a:latin typeface="KaiTi"/>
                  <a:ea typeface="KaiTi"/>
                  <a:cs typeface="KaiTi"/>
                  <a:sym typeface="KaiTi"/>
                </a:endParaRPr>
              </a:p>
            </p:txBody>
          </p:sp>
          <p:sp>
            <p:nvSpPr>
              <p:cNvPr id="336" name="Google Shape;336;p30"/>
              <p:cNvSpPr txBox="1"/>
              <p:nvPr/>
            </p:nvSpPr>
            <p:spPr>
              <a:xfrm>
                <a:off x="7109000" y="4624346"/>
                <a:ext cx="1448700" cy="3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2025" lIns="22025" spcFirstLastPara="1" rIns="22025" wrap="square" tIns="220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1866">
                    <a:solidFill>
                      <a:schemeClr val="dk1"/>
                    </a:solidFill>
                    <a:highlight>
                      <a:srgbClr val="FFFFFF"/>
                    </a:highlight>
                  </a:rPr>
                  <a:t>píngguǒ</a:t>
                </a:r>
                <a:endParaRPr sz="1866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grpSp>
        <p:nvGrpSpPr>
          <p:cNvPr id="337" name="Google Shape;337;p30"/>
          <p:cNvGrpSpPr/>
          <p:nvPr/>
        </p:nvGrpSpPr>
        <p:grpSpPr>
          <a:xfrm>
            <a:off x="9308143" y="1525221"/>
            <a:ext cx="2098118" cy="2187185"/>
            <a:chOff x="4686617" y="4098172"/>
            <a:chExt cx="2098118" cy="2187185"/>
          </a:xfrm>
        </p:grpSpPr>
        <p:pic>
          <p:nvPicPr>
            <p:cNvPr id="338" name="Google Shape;338;p30" title="水果闪卡 (1).png"/>
            <p:cNvPicPr preferRelativeResize="0"/>
            <p:nvPr/>
          </p:nvPicPr>
          <p:blipFill rotWithShape="1">
            <a:blip r:embed="rId3">
              <a:alphaModFix/>
            </a:blip>
            <a:srcRect b="50038" l="0" r="52805" t="26392"/>
            <a:stretch/>
          </p:blipFill>
          <p:spPr>
            <a:xfrm>
              <a:off x="4686617" y="4098172"/>
              <a:ext cx="2098118" cy="148205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9" name="Google Shape;339;p30"/>
            <p:cNvGrpSpPr/>
            <p:nvPr/>
          </p:nvGrpSpPr>
          <p:grpSpPr>
            <a:xfrm>
              <a:off x="5295890" y="5580237"/>
              <a:ext cx="1106517" cy="705119"/>
              <a:chOff x="7109000" y="4077374"/>
              <a:chExt cx="1448700" cy="923173"/>
            </a:xfrm>
          </p:grpSpPr>
          <p:sp>
            <p:nvSpPr>
              <p:cNvPr id="340" name="Google Shape;340;p30"/>
              <p:cNvSpPr txBox="1"/>
              <p:nvPr/>
            </p:nvSpPr>
            <p:spPr>
              <a:xfrm>
                <a:off x="7235279" y="4077374"/>
                <a:ext cx="1150200" cy="50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2025" lIns="22025" spcFirstLastPara="1" rIns="22025" wrap="square" tIns="220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3291">
                    <a:solidFill>
                      <a:schemeClr val="dk1"/>
                    </a:solidFill>
                    <a:latin typeface="KaiTi"/>
                    <a:ea typeface="KaiTi"/>
                    <a:cs typeface="KaiTi"/>
                    <a:sym typeface="KaiTi"/>
                  </a:rPr>
                  <a:t>梨</a:t>
                </a:r>
                <a:endParaRPr sz="3291">
                  <a:solidFill>
                    <a:schemeClr val="dk1"/>
                  </a:solidFill>
                  <a:latin typeface="KaiTi"/>
                  <a:ea typeface="KaiTi"/>
                  <a:cs typeface="KaiTi"/>
                  <a:sym typeface="KaiTi"/>
                </a:endParaRPr>
              </a:p>
            </p:txBody>
          </p:sp>
          <p:sp>
            <p:nvSpPr>
              <p:cNvPr id="341" name="Google Shape;341;p30"/>
              <p:cNvSpPr txBox="1"/>
              <p:nvPr/>
            </p:nvSpPr>
            <p:spPr>
              <a:xfrm>
                <a:off x="7109000" y="4624346"/>
                <a:ext cx="1448700" cy="3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2025" lIns="22025" spcFirstLastPara="1" rIns="22025" wrap="square" tIns="220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1966">
                    <a:solidFill>
                      <a:schemeClr val="dk1"/>
                    </a:solidFill>
                    <a:highlight>
                      <a:srgbClr val="FFFFFF"/>
                    </a:highlight>
                  </a:rPr>
                  <a:t>lí</a:t>
                </a:r>
                <a:endParaRPr sz="1966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342" name="Google Shape;342;p30"/>
          <p:cNvSpPr txBox="1"/>
          <p:nvPr>
            <p:ph idx="4294967295" type="title"/>
          </p:nvPr>
        </p:nvSpPr>
        <p:spPr>
          <a:xfrm>
            <a:off x="838200" y="393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听后跟读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Tīng hòu gēn dú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43" name="Google Shape;34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09925" y="217400"/>
            <a:ext cx="1339625" cy="120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30" title="Copy of 06-第4课-04-01-TTTH1.mp3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43525" y="273384"/>
            <a:ext cx="1053950" cy="1053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5" name="Google Shape;345;p30"/>
          <p:cNvGrpSpPr/>
          <p:nvPr/>
        </p:nvGrpSpPr>
        <p:grpSpPr>
          <a:xfrm>
            <a:off x="7028753" y="3836984"/>
            <a:ext cx="2098118" cy="2205702"/>
            <a:chOff x="9255672" y="1819476"/>
            <a:chExt cx="2098118" cy="2205702"/>
          </a:xfrm>
        </p:grpSpPr>
        <p:pic>
          <p:nvPicPr>
            <p:cNvPr id="346" name="Google Shape;346;p30" title="水果闪卡 (1).png"/>
            <p:cNvPicPr preferRelativeResize="0"/>
            <p:nvPr/>
          </p:nvPicPr>
          <p:blipFill rotWithShape="1">
            <a:blip r:embed="rId3">
              <a:alphaModFix/>
            </a:blip>
            <a:srcRect b="25531" l="54088" r="0" t="51451"/>
            <a:stretch/>
          </p:blipFill>
          <p:spPr>
            <a:xfrm>
              <a:off x="9255672" y="1819476"/>
              <a:ext cx="2098118" cy="148779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47" name="Google Shape;347;p30"/>
            <p:cNvGrpSpPr/>
            <p:nvPr/>
          </p:nvGrpSpPr>
          <p:grpSpPr>
            <a:xfrm>
              <a:off x="9751532" y="3320059"/>
              <a:ext cx="1106517" cy="705119"/>
              <a:chOff x="7109000" y="4077374"/>
              <a:chExt cx="1448700" cy="923173"/>
            </a:xfrm>
          </p:grpSpPr>
          <p:sp>
            <p:nvSpPr>
              <p:cNvPr id="348" name="Google Shape;348;p30"/>
              <p:cNvSpPr txBox="1"/>
              <p:nvPr/>
            </p:nvSpPr>
            <p:spPr>
              <a:xfrm>
                <a:off x="7235279" y="4077374"/>
                <a:ext cx="1150200" cy="50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2025" lIns="22025" spcFirstLastPara="1" rIns="22025" wrap="square" tIns="220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3191">
                    <a:solidFill>
                      <a:schemeClr val="dk1"/>
                    </a:solidFill>
                    <a:latin typeface="KaiTi"/>
                    <a:ea typeface="KaiTi"/>
                    <a:cs typeface="KaiTi"/>
                    <a:sym typeface="KaiTi"/>
                  </a:rPr>
                  <a:t>草莓</a:t>
                </a:r>
                <a:endParaRPr sz="3191">
                  <a:solidFill>
                    <a:schemeClr val="dk1"/>
                  </a:solidFill>
                  <a:latin typeface="KaiTi"/>
                  <a:ea typeface="KaiTi"/>
                  <a:cs typeface="KaiTi"/>
                  <a:sym typeface="KaiTi"/>
                </a:endParaRPr>
              </a:p>
            </p:txBody>
          </p:sp>
          <p:sp>
            <p:nvSpPr>
              <p:cNvPr id="349" name="Google Shape;349;p30"/>
              <p:cNvSpPr txBox="1"/>
              <p:nvPr/>
            </p:nvSpPr>
            <p:spPr>
              <a:xfrm>
                <a:off x="7109000" y="4624346"/>
                <a:ext cx="1448700" cy="3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2025" lIns="22025" spcFirstLastPara="1" rIns="22025" wrap="square" tIns="220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1866">
                    <a:solidFill>
                      <a:schemeClr val="dk1"/>
                    </a:solidFill>
                    <a:highlight>
                      <a:srgbClr val="FFFFFF"/>
                    </a:highlight>
                  </a:rPr>
                  <a:t>cǎoméi</a:t>
                </a:r>
                <a:endParaRPr sz="1866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grpSp>
        <p:nvGrpSpPr>
          <p:cNvPr id="350" name="Google Shape;350;p30"/>
          <p:cNvGrpSpPr/>
          <p:nvPr/>
        </p:nvGrpSpPr>
        <p:grpSpPr>
          <a:xfrm>
            <a:off x="319811" y="3824860"/>
            <a:ext cx="2151267" cy="2205702"/>
            <a:chOff x="5492532" y="1718827"/>
            <a:chExt cx="2151267" cy="2205702"/>
          </a:xfrm>
        </p:grpSpPr>
        <p:pic>
          <p:nvPicPr>
            <p:cNvPr id="351" name="Google Shape;351;p30" title="水果闪卡 (1).png"/>
            <p:cNvPicPr preferRelativeResize="0"/>
            <p:nvPr/>
          </p:nvPicPr>
          <p:blipFill rotWithShape="1">
            <a:blip r:embed="rId3">
              <a:alphaModFix/>
            </a:blip>
            <a:srcRect b="50270" l="50914" r="3475" t="27427"/>
            <a:stretch/>
          </p:blipFill>
          <p:spPr>
            <a:xfrm>
              <a:off x="5492532" y="1718827"/>
              <a:ext cx="2151267" cy="148779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52" name="Google Shape;352;p30"/>
            <p:cNvGrpSpPr/>
            <p:nvPr/>
          </p:nvGrpSpPr>
          <p:grpSpPr>
            <a:xfrm>
              <a:off x="5986854" y="3219409"/>
              <a:ext cx="1106517" cy="705119"/>
              <a:chOff x="7109000" y="4077374"/>
              <a:chExt cx="1448700" cy="923173"/>
            </a:xfrm>
          </p:grpSpPr>
          <p:sp>
            <p:nvSpPr>
              <p:cNvPr id="353" name="Google Shape;353;p30"/>
              <p:cNvSpPr txBox="1"/>
              <p:nvPr/>
            </p:nvSpPr>
            <p:spPr>
              <a:xfrm>
                <a:off x="7235279" y="4077374"/>
                <a:ext cx="1150200" cy="50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2025" lIns="22025" spcFirstLastPara="1" rIns="22025" wrap="square" tIns="220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3191">
                    <a:solidFill>
                      <a:schemeClr val="dk1"/>
                    </a:solidFill>
                    <a:latin typeface="KaiTi"/>
                    <a:ea typeface="KaiTi"/>
                    <a:cs typeface="KaiTi"/>
                    <a:sym typeface="KaiTi"/>
                  </a:rPr>
                  <a:t>橘子</a:t>
                </a:r>
                <a:endParaRPr sz="3191">
                  <a:solidFill>
                    <a:schemeClr val="dk1"/>
                  </a:solidFill>
                  <a:latin typeface="KaiTi"/>
                  <a:ea typeface="KaiTi"/>
                  <a:cs typeface="KaiTi"/>
                  <a:sym typeface="KaiTi"/>
                </a:endParaRPr>
              </a:p>
            </p:txBody>
          </p:sp>
          <p:sp>
            <p:nvSpPr>
              <p:cNvPr id="354" name="Google Shape;354;p30"/>
              <p:cNvSpPr txBox="1"/>
              <p:nvPr/>
            </p:nvSpPr>
            <p:spPr>
              <a:xfrm>
                <a:off x="7109000" y="4624346"/>
                <a:ext cx="1448700" cy="3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2025" lIns="22025" spcFirstLastPara="1" rIns="22025" wrap="square" tIns="220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1866">
                    <a:solidFill>
                      <a:schemeClr val="dk1"/>
                    </a:solidFill>
                    <a:highlight>
                      <a:srgbClr val="FFFFFF"/>
                    </a:highlight>
                  </a:rPr>
                  <a:t>júzi</a:t>
                </a:r>
                <a:endParaRPr sz="1866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grpSp>
        <p:nvGrpSpPr>
          <p:cNvPr id="355" name="Google Shape;355;p30"/>
          <p:cNvGrpSpPr/>
          <p:nvPr/>
        </p:nvGrpSpPr>
        <p:grpSpPr>
          <a:xfrm>
            <a:off x="1028698" y="1799002"/>
            <a:ext cx="1770816" cy="2012847"/>
            <a:chOff x="511848" y="4272510"/>
            <a:chExt cx="1770816" cy="2012847"/>
          </a:xfrm>
        </p:grpSpPr>
        <p:pic>
          <p:nvPicPr>
            <p:cNvPr id="356" name="Google Shape;356;p30" title="水果闪卡 (1).png"/>
            <p:cNvPicPr preferRelativeResize="0"/>
            <p:nvPr/>
          </p:nvPicPr>
          <p:blipFill rotWithShape="1">
            <a:blip r:embed="rId3">
              <a:alphaModFix/>
            </a:blip>
            <a:srcRect b="76069" l="0" r="53507" t="0"/>
            <a:stretch/>
          </p:blipFill>
          <p:spPr>
            <a:xfrm>
              <a:off x="511848" y="4272510"/>
              <a:ext cx="1770816" cy="128923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57" name="Google Shape;357;p30"/>
            <p:cNvGrpSpPr/>
            <p:nvPr/>
          </p:nvGrpSpPr>
          <p:grpSpPr>
            <a:xfrm>
              <a:off x="844046" y="5580237"/>
              <a:ext cx="1106517" cy="705119"/>
              <a:chOff x="7109000" y="4077374"/>
              <a:chExt cx="1448700" cy="923173"/>
            </a:xfrm>
          </p:grpSpPr>
          <p:sp>
            <p:nvSpPr>
              <p:cNvPr id="358" name="Google Shape;358;p30"/>
              <p:cNvSpPr txBox="1"/>
              <p:nvPr/>
            </p:nvSpPr>
            <p:spPr>
              <a:xfrm>
                <a:off x="7235279" y="4077374"/>
                <a:ext cx="1150200" cy="50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2025" lIns="22025" spcFirstLastPara="1" rIns="22025" wrap="square" tIns="220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3191">
                    <a:solidFill>
                      <a:schemeClr val="dk1"/>
                    </a:solidFill>
                    <a:latin typeface="KaiTi"/>
                    <a:ea typeface="KaiTi"/>
                    <a:cs typeface="KaiTi"/>
                    <a:sym typeface="KaiTi"/>
                  </a:rPr>
                  <a:t>香蕉</a:t>
                </a:r>
                <a:endParaRPr sz="3191">
                  <a:solidFill>
                    <a:schemeClr val="dk1"/>
                  </a:solidFill>
                  <a:latin typeface="KaiTi"/>
                  <a:ea typeface="KaiTi"/>
                  <a:cs typeface="KaiTi"/>
                  <a:sym typeface="KaiTi"/>
                </a:endParaRPr>
              </a:p>
            </p:txBody>
          </p:sp>
          <p:sp>
            <p:nvSpPr>
              <p:cNvPr id="359" name="Google Shape;359;p30"/>
              <p:cNvSpPr txBox="1"/>
              <p:nvPr/>
            </p:nvSpPr>
            <p:spPr>
              <a:xfrm>
                <a:off x="7109000" y="4624346"/>
                <a:ext cx="1448700" cy="3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2025" lIns="22025" spcFirstLastPara="1" rIns="22025" wrap="square" tIns="220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1866">
                    <a:solidFill>
                      <a:schemeClr val="dk1"/>
                    </a:solidFill>
                    <a:highlight>
                      <a:srgbClr val="FFFFFF"/>
                    </a:highlight>
                  </a:rPr>
                  <a:t>xiāngjiāo</a:t>
                </a:r>
                <a:endParaRPr sz="1866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grpSp>
        <p:nvGrpSpPr>
          <p:cNvPr id="360" name="Google Shape;360;p30"/>
          <p:cNvGrpSpPr/>
          <p:nvPr/>
        </p:nvGrpSpPr>
        <p:grpSpPr>
          <a:xfrm>
            <a:off x="10495636" y="3783152"/>
            <a:ext cx="1168635" cy="2287986"/>
            <a:chOff x="3382789" y="4107120"/>
            <a:chExt cx="1168635" cy="2287986"/>
          </a:xfrm>
        </p:grpSpPr>
        <p:pic>
          <p:nvPicPr>
            <p:cNvPr id="361" name="Google Shape;361;p30" title="水果闪卡 (1).png"/>
            <p:cNvPicPr preferRelativeResize="0"/>
            <p:nvPr/>
          </p:nvPicPr>
          <p:blipFill rotWithShape="1">
            <a:blip r:embed="rId3">
              <a:alphaModFix/>
            </a:blip>
            <a:srcRect b="772" l="2005" r="51129" t="75903"/>
            <a:stretch/>
          </p:blipFill>
          <p:spPr>
            <a:xfrm rot="5400000">
              <a:off x="3168577" y="4347353"/>
              <a:ext cx="1623081" cy="114261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62" name="Google Shape;362;p30"/>
            <p:cNvGrpSpPr/>
            <p:nvPr/>
          </p:nvGrpSpPr>
          <p:grpSpPr>
            <a:xfrm>
              <a:off x="3382789" y="5689987"/>
              <a:ext cx="1106517" cy="705119"/>
              <a:chOff x="7109000" y="4077374"/>
              <a:chExt cx="1448700" cy="923173"/>
            </a:xfrm>
          </p:grpSpPr>
          <p:sp>
            <p:nvSpPr>
              <p:cNvPr id="363" name="Google Shape;363;p30"/>
              <p:cNvSpPr txBox="1"/>
              <p:nvPr/>
            </p:nvSpPr>
            <p:spPr>
              <a:xfrm>
                <a:off x="7235279" y="4077374"/>
                <a:ext cx="1150200" cy="50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2025" lIns="22025" spcFirstLastPara="1" rIns="22025" wrap="square" tIns="220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3191">
                    <a:solidFill>
                      <a:schemeClr val="dk1"/>
                    </a:solidFill>
                    <a:latin typeface="KaiTi"/>
                    <a:ea typeface="KaiTi"/>
                    <a:cs typeface="KaiTi"/>
                    <a:sym typeface="KaiTi"/>
                  </a:rPr>
                  <a:t>葡萄</a:t>
                </a:r>
                <a:endParaRPr sz="3191">
                  <a:solidFill>
                    <a:schemeClr val="dk1"/>
                  </a:solidFill>
                  <a:latin typeface="KaiTi"/>
                  <a:ea typeface="KaiTi"/>
                  <a:cs typeface="KaiTi"/>
                  <a:sym typeface="KaiTi"/>
                </a:endParaRPr>
              </a:p>
            </p:txBody>
          </p:sp>
          <p:sp>
            <p:nvSpPr>
              <p:cNvPr id="364" name="Google Shape;364;p30"/>
              <p:cNvSpPr txBox="1"/>
              <p:nvPr/>
            </p:nvSpPr>
            <p:spPr>
              <a:xfrm>
                <a:off x="7109000" y="4624346"/>
                <a:ext cx="1448700" cy="3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2025" lIns="22025" spcFirstLastPara="1" rIns="22025" wrap="square" tIns="220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1866">
                    <a:solidFill>
                      <a:schemeClr val="dk1"/>
                    </a:solidFill>
                    <a:highlight>
                      <a:srgbClr val="FFFFFF"/>
                    </a:highlight>
                  </a:rPr>
                  <a:t>pútao</a:t>
                </a:r>
                <a:endParaRPr sz="1866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grpSp>
        <p:nvGrpSpPr>
          <p:cNvPr id="365" name="Google Shape;365;p30"/>
          <p:cNvGrpSpPr/>
          <p:nvPr/>
        </p:nvGrpSpPr>
        <p:grpSpPr>
          <a:xfrm>
            <a:off x="3790857" y="3812737"/>
            <a:ext cx="1645974" cy="2229285"/>
            <a:chOff x="8105558" y="4107125"/>
            <a:chExt cx="1645974" cy="2229285"/>
          </a:xfrm>
        </p:grpSpPr>
        <p:pic>
          <p:nvPicPr>
            <p:cNvPr id="366" name="Google Shape;366;p30" title="水果闪卡 (1).png"/>
            <p:cNvPicPr preferRelativeResize="0"/>
            <p:nvPr/>
          </p:nvPicPr>
          <p:blipFill rotWithShape="1">
            <a:blip r:embed="rId3">
              <a:alphaModFix/>
            </a:blip>
            <a:srcRect b="25178" l="4626" r="58654" t="51074"/>
            <a:stretch/>
          </p:blipFill>
          <p:spPr>
            <a:xfrm>
              <a:off x="8105558" y="4107125"/>
              <a:ext cx="1645974" cy="150566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67" name="Google Shape;367;p30"/>
            <p:cNvGrpSpPr/>
            <p:nvPr/>
          </p:nvGrpSpPr>
          <p:grpSpPr>
            <a:xfrm>
              <a:off x="8490205" y="5631291"/>
              <a:ext cx="1106517" cy="705119"/>
              <a:chOff x="7109000" y="4077374"/>
              <a:chExt cx="1448700" cy="923173"/>
            </a:xfrm>
          </p:grpSpPr>
          <p:sp>
            <p:nvSpPr>
              <p:cNvPr id="368" name="Google Shape;368;p30"/>
              <p:cNvSpPr txBox="1"/>
              <p:nvPr/>
            </p:nvSpPr>
            <p:spPr>
              <a:xfrm>
                <a:off x="7235279" y="4077374"/>
                <a:ext cx="1150200" cy="50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2025" lIns="22025" spcFirstLastPara="1" rIns="22025" wrap="square" tIns="220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3191">
                    <a:solidFill>
                      <a:schemeClr val="dk1"/>
                    </a:solidFill>
                    <a:latin typeface="KaiTi"/>
                    <a:ea typeface="KaiTi"/>
                    <a:cs typeface="KaiTi"/>
                    <a:sym typeface="KaiTi"/>
                  </a:rPr>
                  <a:t>西瓜</a:t>
                </a:r>
                <a:endParaRPr sz="3191">
                  <a:solidFill>
                    <a:schemeClr val="dk1"/>
                  </a:solidFill>
                  <a:latin typeface="KaiTi"/>
                  <a:ea typeface="KaiTi"/>
                  <a:cs typeface="KaiTi"/>
                  <a:sym typeface="KaiTi"/>
                </a:endParaRPr>
              </a:p>
            </p:txBody>
          </p:sp>
          <p:sp>
            <p:nvSpPr>
              <p:cNvPr id="369" name="Google Shape;369;p30"/>
              <p:cNvSpPr txBox="1"/>
              <p:nvPr/>
            </p:nvSpPr>
            <p:spPr>
              <a:xfrm>
                <a:off x="7109000" y="4624346"/>
                <a:ext cx="1448700" cy="3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2025" lIns="22025" spcFirstLastPara="1" rIns="22025" wrap="square" tIns="220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1866">
                    <a:solidFill>
                      <a:schemeClr val="dk1"/>
                    </a:solidFill>
                    <a:highlight>
                      <a:srgbClr val="FFFFFF"/>
                    </a:highlight>
                  </a:rPr>
                  <a:t>xīguā</a:t>
                </a:r>
                <a:endParaRPr sz="1866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1"/>
          <p:cNvSpPr txBox="1"/>
          <p:nvPr>
            <p:ph idx="4294967295" type="title"/>
          </p:nvPr>
        </p:nvSpPr>
        <p:spPr>
          <a:xfrm>
            <a:off x="838200" y="393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听后排序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Tīng hòu páixù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75" name="Google Shape;375;p31" title="U4L4 (1).png"/>
          <p:cNvPicPr preferRelativeResize="0"/>
          <p:nvPr/>
        </p:nvPicPr>
        <p:blipFill rotWithShape="1">
          <a:blip r:embed="rId3">
            <a:alphaModFix/>
          </a:blip>
          <a:srcRect b="6410" l="25744" r="8964" t="5769"/>
          <a:stretch/>
        </p:blipFill>
        <p:spPr>
          <a:xfrm rot="5400000">
            <a:off x="7032275" y="114550"/>
            <a:ext cx="3555450" cy="676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09925" y="217400"/>
            <a:ext cx="1339625" cy="120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4550" y="1950224"/>
            <a:ext cx="4851825" cy="397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1" title="U4L4 (1).png"/>
          <p:cNvPicPr preferRelativeResize="0"/>
          <p:nvPr/>
        </p:nvPicPr>
        <p:blipFill rotWithShape="1">
          <a:blip r:embed="rId3">
            <a:alphaModFix/>
          </a:blip>
          <a:srcRect b="-452" l="487" r="2027" t="-70"/>
          <a:stretch/>
        </p:blipFill>
        <p:spPr>
          <a:xfrm rot="5400000">
            <a:off x="2601324" y="3980901"/>
            <a:ext cx="498251" cy="72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31" title="Copy of 06-第4课-04-02-TTTH1.mp3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79375" y="305264"/>
            <a:ext cx="1025575" cy="1025575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1"/>
          <p:cNvSpPr txBox="1"/>
          <p:nvPr/>
        </p:nvSpPr>
        <p:spPr>
          <a:xfrm>
            <a:off x="10239508" y="1893417"/>
            <a:ext cx="2190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D14043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 sz="2000">
              <a:solidFill>
                <a:srgbClr val="D140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32" title="U4L4 (1).png"/>
          <p:cNvPicPr preferRelativeResize="0"/>
          <p:nvPr/>
        </p:nvPicPr>
        <p:blipFill rotWithShape="1">
          <a:blip r:embed="rId3">
            <a:alphaModFix/>
          </a:blip>
          <a:srcRect b="6410" l="25743" r="10566" t="5769"/>
          <a:stretch/>
        </p:blipFill>
        <p:spPr>
          <a:xfrm rot="5400000">
            <a:off x="3861406" y="-680918"/>
            <a:ext cx="4763126" cy="928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2"/>
          <p:cNvSpPr txBox="1"/>
          <p:nvPr>
            <p:ph idx="4294967295" type="title"/>
          </p:nvPr>
        </p:nvSpPr>
        <p:spPr>
          <a:xfrm>
            <a:off x="838200" y="393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听后排序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Tīng hòu páixù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87" name="Google Shape;38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09925" y="217400"/>
            <a:ext cx="1339625" cy="120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32" title="Copy of 06-第4课-04-02-TTTH1.mp3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79375" y="305264"/>
            <a:ext cx="1025575" cy="1025575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2"/>
          <p:cNvSpPr txBox="1"/>
          <p:nvPr/>
        </p:nvSpPr>
        <p:spPr>
          <a:xfrm>
            <a:off x="8247949" y="1858631"/>
            <a:ext cx="2190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600">
                <a:solidFill>
                  <a:srgbClr val="D14043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 sz="2600">
              <a:solidFill>
                <a:srgbClr val="D140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0" name="Google Shape;390;p32"/>
          <p:cNvSpPr txBox="1"/>
          <p:nvPr/>
        </p:nvSpPr>
        <p:spPr>
          <a:xfrm>
            <a:off x="6275928" y="1849970"/>
            <a:ext cx="2190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600">
                <a:solidFill>
                  <a:srgbClr val="D14043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endParaRPr b="1" sz="2600">
              <a:solidFill>
                <a:srgbClr val="D140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1" name="Google Shape;391;p32"/>
          <p:cNvSpPr txBox="1"/>
          <p:nvPr/>
        </p:nvSpPr>
        <p:spPr>
          <a:xfrm>
            <a:off x="2569142" y="1822361"/>
            <a:ext cx="2190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600">
                <a:solidFill>
                  <a:srgbClr val="D14043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1" sz="2600">
              <a:solidFill>
                <a:srgbClr val="D140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2" name="Google Shape;392;p32"/>
          <p:cNvSpPr txBox="1"/>
          <p:nvPr/>
        </p:nvSpPr>
        <p:spPr>
          <a:xfrm>
            <a:off x="8413457" y="3386520"/>
            <a:ext cx="2190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600">
                <a:solidFill>
                  <a:srgbClr val="D14043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 b="1" sz="2600">
              <a:solidFill>
                <a:srgbClr val="D140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3" name="Google Shape;393;p32"/>
          <p:cNvSpPr txBox="1"/>
          <p:nvPr/>
        </p:nvSpPr>
        <p:spPr>
          <a:xfrm>
            <a:off x="2196979" y="3392551"/>
            <a:ext cx="2190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600">
                <a:solidFill>
                  <a:srgbClr val="D14043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 sz="2600">
              <a:solidFill>
                <a:srgbClr val="D140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4" name="Google Shape;394;p32"/>
          <p:cNvSpPr txBox="1"/>
          <p:nvPr/>
        </p:nvSpPr>
        <p:spPr>
          <a:xfrm>
            <a:off x="4206940" y="3386511"/>
            <a:ext cx="2190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600">
                <a:solidFill>
                  <a:srgbClr val="D14043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1" sz="2600">
              <a:solidFill>
                <a:srgbClr val="D140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5" name="Google Shape;395;p32"/>
          <p:cNvSpPr txBox="1"/>
          <p:nvPr/>
        </p:nvSpPr>
        <p:spPr>
          <a:xfrm>
            <a:off x="6274821" y="3392551"/>
            <a:ext cx="2190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600">
                <a:solidFill>
                  <a:srgbClr val="D14043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 sz="2600">
              <a:solidFill>
                <a:srgbClr val="D140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3"/>
          <p:cNvSpPr txBox="1"/>
          <p:nvPr>
            <p:ph idx="4294967295" type="title"/>
          </p:nvPr>
        </p:nvSpPr>
        <p:spPr>
          <a:xfrm>
            <a:off x="838200" y="393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填一填，连一连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Tián yi tián, lián yi lián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01" name="Google Shape;401;p33" title="U4L4.png"/>
          <p:cNvPicPr preferRelativeResize="0"/>
          <p:nvPr/>
        </p:nvPicPr>
        <p:blipFill rotWithShape="1">
          <a:blip r:embed="rId3">
            <a:alphaModFix/>
          </a:blip>
          <a:srcRect b="35946" l="0" r="0" t="18359"/>
          <a:stretch/>
        </p:blipFill>
        <p:spPr>
          <a:xfrm>
            <a:off x="6414325" y="1699768"/>
            <a:ext cx="5314950" cy="3434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350" y="1718825"/>
            <a:ext cx="5080791" cy="416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33" title="U4L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2596920" y="3750084"/>
            <a:ext cx="681661" cy="964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09925" y="217400"/>
            <a:ext cx="1339625" cy="120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4"/>
          <p:cNvSpPr txBox="1"/>
          <p:nvPr>
            <p:ph idx="4294967295" type="title"/>
          </p:nvPr>
        </p:nvSpPr>
        <p:spPr>
          <a:xfrm>
            <a:off x="838200" y="393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填一填，连一连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Tián yi tián, lián yi lián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10" name="Google Shape;410;p34" title="U4L4.png"/>
          <p:cNvPicPr preferRelativeResize="0"/>
          <p:nvPr/>
        </p:nvPicPr>
        <p:blipFill rotWithShape="1">
          <a:blip r:embed="rId3">
            <a:alphaModFix/>
          </a:blip>
          <a:srcRect b="5192" l="0" r="0" t="17659"/>
          <a:stretch/>
        </p:blipFill>
        <p:spPr>
          <a:xfrm>
            <a:off x="5100125" y="0"/>
            <a:ext cx="5811476" cy="6341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1" name="Google Shape;411;p34"/>
          <p:cNvCxnSpPr/>
          <p:nvPr/>
        </p:nvCxnSpPr>
        <p:spPr>
          <a:xfrm flipH="1" rot="10800000">
            <a:off x="8178414" y="482139"/>
            <a:ext cx="816600" cy="583200"/>
          </a:xfrm>
          <a:prstGeom prst="straightConnector1">
            <a:avLst/>
          </a:prstGeom>
          <a:noFill/>
          <a:ln cap="flat" cmpd="sng" w="28575">
            <a:solidFill>
              <a:srgbClr val="F6364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2" name="Google Shape;412;p34"/>
          <p:cNvSpPr txBox="1"/>
          <p:nvPr/>
        </p:nvSpPr>
        <p:spPr>
          <a:xfrm>
            <a:off x="7713916" y="637687"/>
            <a:ext cx="4590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800">
                <a:solidFill>
                  <a:srgbClr val="D14043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1" sz="2800">
              <a:solidFill>
                <a:srgbClr val="D140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13" name="Google Shape;413;p34"/>
          <p:cNvCxnSpPr/>
          <p:nvPr/>
        </p:nvCxnSpPr>
        <p:spPr>
          <a:xfrm flipH="1" rot="10800000">
            <a:off x="8178414" y="1404114"/>
            <a:ext cx="796800" cy="314700"/>
          </a:xfrm>
          <a:prstGeom prst="straightConnector1">
            <a:avLst/>
          </a:prstGeom>
          <a:noFill/>
          <a:ln cap="flat" cmpd="sng" w="28575">
            <a:solidFill>
              <a:srgbClr val="F6364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4" name="Google Shape;414;p34"/>
          <p:cNvSpPr txBox="1"/>
          <p:nvPr/>
        </p:nvSpPr>
        <p:spPr>
          <a:xfrm>
            <a:off x="7713916" y="1411291"/>
            <a:ext cx="4590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800">
                <a:solidFill>
                  <a:srgbClr val="D14043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 sz="2800">
              <a:solidFill>
                <a:srgbClr val="D140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15" name="Google Shape;415;p34"/>
          <p:cNvCxnSpPr/>
          <p:nvPr/>
        </p:nvCxnSpPr>
        <p:spPr>
          <a:xfrm>
            <a:off x="8178414" y="2216339"/>
            <a:ext cx="796800" cy="1203300"/>
          </a:xfrm>
          <a:prstGeom prst="straightConnector1">
            <a:avLst/>
          </a:prstGeom>
          <a:noFill/>
          <a:ln cap="flat" cmpd="sng" w="28575">
            <a:solidFill>
              <a:srgbClr val="F6364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6" name="Google Shape;416;p34"/>
          <p:cNvSpPr txBox="1"/>
          <p:nvPr/>
        </p:nvSpPr>
        <p:spPr>
          <a:xfrm>
            <a:off x="7700111" y="1936414"/>
            <a:ext cx="4590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800">
                <a:solidFill>
                  <a:srgbClr val="D14043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r>
            <a:endParaRPr b="1" sz="2800">
              <a:solidFill>
                <a:srgbClr val="D140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17" name="Google Shape;417;p34"/>
          <p:cNvCxnSpPr/>
          <p:nvPr/>
        </p:nvCxnSpPr>
        <p:spPr>
          <a:xfrm>
            <a:off x="8178414" y="3095398"/>
            <a:ext cx="796800" cy="1203300"/>
          </a:xfrm>
          <a:prstGeom prst="straightConnector1">
            <a:avLst/>
          </a:prstGeom>
          <a:noFill/>
          <a:ln cap="flat" cmpd="sng" w="28575">
            <a:solidFill>
              <a:srgbClr val="F6364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8" name="Google Shape;418;p34"/>
          <p:cNvSpPr txBox="1"/>
          <p:nvPr/>
        </p:nvSpPr>
        <p:spPr>
          <a:xfrm>
            <a:off x="7709931" y="2697638"/>
            <a:ext cx="4590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800">
                <a:solidFill>
                  <a:srgbClr val="D14043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 sz="2800">
              <a:solidFill>
                <a:srgbClr val="D140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9" name="Google Shape;419;p34"/>
          <p:cNvSpPr txBox="1"/>
          <p:nvPr/>
        </p:nvSpPr>
        <p:spPr>
          <a:xfrm>
            <a:off x="7713931" y="3235163"/>
            <a:ext cx="4590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800">
                <a:solidFill>
                  <a:srgbClr val="D14043"/>
                </a:solidFill>
                <a:latin typeface="Montserrat"/>
                <a:ea typeface="Montserrat"/>
                <a:cs typeface="Montserrat"/>
                <a:sym typeface="Montserrat"/>
              </a:rPr>
              <a:t>9</a:t>
            </a:r>
            <a:endParaRPr b="1" sz="2800">
              <a:solidFill>
                <a:srgbClr val="D140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20" name="Google Shape;420;p34"/>
          <p:cNvCxnSpPr>
            <a:stCxn id="419" idx="3"/>
          </p:cNvCxnSpPr>
          <p:nvPr/>
        </p:nvCxnSpPr>
        <p:spPr>
          <a:xfrm flipH="1" rot="10800000">
            <a:off x="8172931" y="2364263"/>
            <a:ext cx="807000" cy="1084800"/>
          </a:xfrm>
          <a:prstGeom prst="straightConnector1">
            <a:avLst/>
          </a:prstGeom>
          <a:noFill/>
          <a:ln cap="flat" cmpd="sng" w="28575">
            <a:solidFill>
              <a:srgbClr val="F6364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" name="Google Shape;421;p34"/>
          <p:cNvCxnSpPr/>
          <p:nvPr/>
        </p:nvCxnSpPr>
        <p:spPr>
          <a:xfrm>
            <a:off x="8178014" y="4229773"/>
            <a:ext cx="806400" cy="907200"/>
          </a:xfrm>
          <a:prstGeom prst="straightConnector1">
            <a:avLst/>
          </a:prstGeom>
          <a:noFill/>
          <a:ln cap="flat" cmpd="sng" w="28575">
            <a:solidFill>
              <a:srgbClr val="F6364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2" name="Google Shape;422;p34"/>
          <p:cNvSpPr txBox="1"/>
          <p:nvPr/>
        </p:nvSpPr>
        <p:spPr>
          <a:xfrm>
            <a:off x="7641180" y="3934903"/>
            <a:ext cx="6165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800">
                <a:solidFill>
                  <a:srgbClr val="D14043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  <a:endParaRPr b="1" sz="2800">
              <a:solidFill>
                <a:srgbClr val="D140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23" name="Google Shape;423;p34"/>
          <p:cNvCxnSpPr/>
          <p:nvPr/>
        </p:nvCxnSpPr>
        <p:spPr>
          <a:xfrm flipH="1" rot="10800000">
            <a:off x="8178014" y="1405398"/>
            <a:ext cx="819900" cy="33426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4" name="Google Shape;424;p34"/>
          <p:cNvSpPr txBox="1"/>
          <p:nvPr/>
        </p:nvSpPr>
        <p:spPr>
          <a:xfrm>
            <a:off x="7700106" y="4455659"/>
            <a:ext cx="4590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800">
                <a:solidFill>
                  <a:srgbClr val="D14043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 b="1" sz="2800">
              <a:solidFill>
                <a:srgbClr val="D140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25" name="Google Shape;425;p34"/>
          <p:cNvCxnSpPr/>
          <p:nvPr/>
        </p:nvCxnSpPr>
        <p:spPr>
          <a:xfrm>
            <a:off x="8173214" y="5434148"/>
            <a:ext cx="810900" cy="480300"/>
          </a:xfrm>
          <a:prstGeom prst="straightConnector1">
            <a:avLst/>
          </a:prstGeom>
          <a:noFill/>
          <a:ln cap="flat" cmpd="sng" w="28575">
            <a:solidFill>
              <a:srgbClr val="F6364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6" name="Google Shape;426;p34"/>
          <p:cNvSpPr txBox="1"/>
          <p:nvPr/>
        </p:nvSpPr>
        <p:spPr>
          <a:xfrm>
            <a:off x="7741519" y="5172159"/>
            <a:ext cx="4590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800">
                <a:solidFill>
                  <a:srgbClr val="D14043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 sz="2800">
              <a:solidFill>
                <a:srgbClr val="D140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27" name="Google Shape;427;p34"/>
          <p:cNvCxnSpPr/>
          <p:nvPr/>
        </p:nvCxnSpPr>
        <p:spPr>
          <a:xfrm flipH="1" rot="10800000">
            <a:off x="8172931" y="3398088"/>
            <a:ext cx="797400" cy="26631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8" name="Google Shape;428;p34"/>
          <p:cNvSpPr txBox="1"/>
          <p:nvPr/>
        </p:nvSpPr>
        <p:spPr>
          <a:xfrm>
            <a:off x="7700094" y="5676134"/>
            <a:ext cx="4590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800">
                <a:solidFill>
                  <a:srgbClr val="D14043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endParaRPr b="1" sz="2800">
              <a:solidFill>
                <a:srgbClr val="D140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35" title="Thảo Tiên tham khảo (37).png"/>
          <p:cNvPicPr preferRelativeResize="0"/>
          <p:nvPr/>
        </p:nvPicPr>
        <p:blipFill rotWithShape="1">
          <a:blip r:embed="rId3">
            <a:alphaModFix/>
          </a:blip>
          <a:srcRect b="64596" l="57128" r="23370" t="9344"/>
          <a:stretch/>
        </p:blipFill>
        <p:spPr>
          <a:xfrm>
            <a:off x="7742237" y="142202"/>
            <a:ext cx="1356652" cy="2564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35" title="Thảo Tiên tham khảo (37).png"/>
          <p:cNvPicPr preferRelativeResize="0"/>
          <p:nvPr/>
        </p:nvPicPr>
        <p:blipFill rotWithShape="1">
          <a:blip r:embed="rId3">
            <a:alphaModFix/>
          </a:blip>
          <a:srcRect b="45080" l="36134" r="45602" t="32420"/>
          <a:stretch/>
        </p:blipFill>
        <p:spPr>
          <a:xfrm>
            <a:off x="7684800" y="3849472"/>
            <a:ext cx="1471525" cy="256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35" title="Thảo Tiên tham khảo (37).png"/>
          <p:cNvPicPr preferRelativeResize="0"/>
          <p:nvPr/>
        </p:nvPicPr>
        <p:blipFill rotWithShape="1">
          <a:blip r:embed="rId3">
            <a:alphaModFix/>
          </a:blip>
          <a:srcRect b="6025" l="13410" r="66068" t="70167"/>
          <a:stretch/>
        </p:blipFill>
        <p:spPr>
          <a:xfrm>
            <a:off x="3450869" y="2104588"/>
            <a:ext cx="1614226" cy="2648825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 txBox="1"/>
          <p:nvPr>
            <p:ph idx="4294967295" type="title"/>
          </p:nvPr>
        </p:nvSpPr>
        <p:spPr>
          <a:xfrm>
            <a:off x="838200" y="393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水果冲冲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Shuǐguǒ chōngchōng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37" name="Google Shape;437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178625" y="1718825"/>
            <a:ext cx="2772925" cy="47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5" title="Thảo Tiên tham khảo (32).png"/>
          <p:cNvPicPr preferRelativeResize="0"/>
          <p:nvPr/>
        </p:nvPicPr>
        <p:blipFill rotWithShape="1">
          <a:blip r:embed="rId5">
            <a:alphaModFix/>
          </a:blip>
          <a:srcRect b="30474" l="81681" r="2800" t="54189"/>
          <a:stretch/>
        </p:blipFill>
        <p:spPr>
          <a:xfrm>
            <a:off x="2170769" y="2825680"/>
            <a:ext cx="701401" cy="98045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/>
          <p:nvPr/>
        </p:nvSpPr>
        <p:spPr>
          <a:xfrm>
            <a:off x="4677290" y="1215570"/>
            <a:ext cx="1900500" cy="874500"/>
          </a:xfrm>
          <a:prstGeom prst="wedgeRoundRectCallout">
            <a:avLst>
              <a:gd fmla="val -59907" name="adj1"/>
              <a:gd fmla="val 85938" name="adj2"/>
              <a:gd fmla="val 0" name="adj3"/>
            </a:avLst>
          </a:prstGeom>
          <a:noFill/>
          <a:ln cap="flat" cmpd="sng" w="103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925" lIns="98925" spcFirstLastPara="1" rIns="98925" wrap="square" tIns="98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500">
                <a:solidFill>
                  <a:srgbClr val="D14043"/>
                </a:solidFill>
                <a:latin typeface="KaiTi"/>
                <a:ea typeface="KaiTi"/>
                <a:cs typeface="KaiTi"/>
                <a:sym typeface="KaiTi"/>
              </a:rPr>
              <a:t>苹果</a:t>
            </a:r>
            <a:r>
              <a:rPr lang="zh-CN" sz="2646">
                <a:solidFill>
                  <a:srgbClr val="D14043"/>
                </a:solidFill>
                <a:latin typeface="Montserrat"/>
                <a:ea typeface="Montserrat"/>
                <a:cs typeface="Montserrat"/>
                <a:sym typeface="Montserrat"/>
              </a:rPr>
              <a:t>píngguǒ</a:t>
            </a:r>
            <a:endParaRPr b="1" sz="2646">
              <a:solidFill>
                <a:srgbClr val="D140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40" name="Google Shape;440;p35" title="Thảo Tiên tham khảo (37).png"/>
          <p:cNvPicPr preferRelativeResize="0"/>
          <p:nvPr/>
        </p:nvPicPr>
        <p:blipFill rotWithShape="1">
          <a:blip r:embed="rId3">
            <a:alphaModFix/>
          </a:blip>
          <a:srcRect b="51349" l="83782" r="2728" t="24998"/>
          <a:stretch/>
        </p:blipFill>
        <p:spPr>
          <a:xfrm>
            <a:off x="10453825" y="1523825"/>
            <a:ext cx="1137948" cy="282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35" title="Thảo Tiên tham khảo (37).png"/>
          <p:cNvPicPr preferRelativeResize="0"/>
          <p:nvPr/>
        </p:nvPicPr>
        <p:blipFill rotWithShape="1">
          <a:blip r:embed="rId3">
            <a:alphaModFix/>
          </a:blip>
          <a:srcRect b="30521" l="62242" r="22690" t="43701"/>
          <a:stretch/>
        </p:blipFill>
        <p:spPr>
          <a:xfrm>
            <a:off x="6094025" y="2411488"/>
            <a:ext cx="1137948" cy="275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 rot="4812360">
            <a:off x="1284979" y="4177784"/>
            <a:ext cx="4160692" cy="291576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35"/>
          <p:cNvSpPr/>
          <p:nvPr/>
        </p:nvSpPr>
        <p:spPr>
          <a:xfrm>
            <a:off x="7742215" y="2840595"/>
            <a:ext cx="1900500" cy="874500"/>
          </a:xfrm>
          <a:prstGeom prst="wedgeRoundRectCallout">
            <a:avLst>
              <a:gd fmla="val -18129" name="adj1"/>
              <a:gd fmla="val 73251" name="adj2"/>
              <a:gd fmla="val 0" name="adj3"/>
            </a:avLst>
          </a:prstGeom>
          <a:noFill/>
          <a:ln cap="flat" cmpd="sng" w="103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925" lIns="98925" spcFirstLastPara="1" rIns="98925" wrap="square" tIns="98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500">
                <a:solidFill>
                  <a:srgbClr val="D14043"/>
                </a:solidFill>
                <a:latin typeface="KaiTi"/>
                <a:ea typeface="KaiTi"/>
                <a:cs typeface="KaiTi"/>
                <a:sym typeface="KaiTi"/>
              </a:rPr>
              <a:t>苹果</a:t>
            </a:r>
            <a:r>
              <a:rPr lang="zh-CN" sz="2646">
                <a:solidFill>
                  <a:srgbClr val="D14043"/>
                </a:solidFill>
                <a:latin typeface="Montserrat"/>
                <a:ea typeface="Montserrat"/>
                <a:cs typeface="Montserrat"/>
                <a:sym typeface="Montserrat"/>
              </a:rPr>
              <a:t>píngguǒ</a:t>
            </a:r>
            <a:endParaRPr b="1" sz="2646">
              <a:solidFill>
                <a:srgbClr val="D140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6"/>
          <p:cNvSpPr txBox="1"/>
          <p:nvPr>
            <p:ph idx="4294967295" type="title"/>
          </p:nvPr>
        </p:nvSpPr>
        <p:spPr>
          <a:xfrm>
            <a:off x="838200" y="393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谁更快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Shéi gèng kuài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49" name="Google Shape;44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296425" y="1718825"/>
            <a:ext cx="2772925" cy="47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6" title="Thảo Tiên tham khảo (46).png"/>
          <p:cNvPicPr preferRelativeResize="0"/>
          <p:nvPr/>
        </p:nvPicPr>
        <p:blipFill rotWithShape="1">
          <a:blip r:embed="rId4">
            <a:alphaModFix/>
          </a:blip>
          <a:srcRect b="23657" l="0" r="0" t="21041"/>
          <a:stretch/>
        </p:blipFill>
        <p:spPr>
          <a:xfrm flipH="1">
            <a:off x="4331775" y="0"/>
            <a:ext cx="7860225" cy="61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Google Shape;45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830225"/>
            <a:ext cx="4210419" cy="446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3125" y="0"/>
            <a:ext cx="4973595" cy="6396475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7"/>
          <p:cNvSpPr txBox="1"/>
          <p:nvPr>
            <p:ph idx="4294967295" type="title"/>
          </p:nvPr>
        </p:nvSpPr>
        <p:spPr>
          <a:xfrm>
            <a:off x="838200" y="393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抽签问答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Chōuqiān wèndá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58" name="Google Shape;458;p37" title="水果闪卡 (4).png"/>
          <p:cNvPicPr preferRelativeResize="0"/>
          <p:nvPr/>
        </p:nvPicPr>
        <p:blipFill rotWithShape="1">
          <a:blip r:embed="rId5">
            <a:alphaModFix/>
          </a:blip>
          <a:srcRect b="3852" l="58004" r="0" t="78530"/>
          <a:stretch/>
        </p:blipFill>
        <p:spPr>
          <a:xfrm rot="4639743">
            <a:off x="8001855" y="3431737"/>
            <a:ext cx="1062088" cy="630172"/>
          </a:xfrm>
          <a:prstGeom prst="rect">
            <a:avLst/>
          </a:prstGeom>
          <a:noFill/>
          <a:ln cap="flat" cmpd="sng" w="12275">
            <a:solidFill>
              <a:srgbClr val="34558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59" name="Google Shape;459;p37"/>
          <p:cNvSpPr txBox="1"/>
          <p:nvPr/>
        </p:nvSpPr>
        <p:spPr>
          <a:xfrm>
            <a:off x="5924090" y="247816"/>
            <a:ext cx="2462700" cy="9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3300">
                <a:solidFill>
                  <a:srgbClr val="D14043"/>
                </a:solidFill>
                <a:latin typeface="KaiTi"/>
                <a:ea typeface="KaiTi"/>
                <a:cs typeface="KaiTi"/>
                <a:sym typeface="KaiTi"/>
              </a:rPr>
              <a:t>几</a:t>
            </a:r>
            <a:r>
              <a:rPr b="1" lang="zh-CN" sz="3300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rPr>
              <a:t>个草莓？</a:t>
            </a:r>
            <a:endParaRPr b="1" sz="3300">
              <a:solidFill>
                <a:schemeClr val="dk1"/>
              </a:solidFill>
              <a:latin typeface="KaiTi"/>
              <a:ea typeface="KaiTi"/>
              <a:cs typeface="KaiTi"/>
              <a:sym typeface="KaiT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50">
                <a:solidFill>
                  <a:srgbClr val="EE364C"/>
                </a:solidFill>
                <a:latin typeface="Montserrat"/>
                <a:ea typeface="Montserrat"/>
                <a:cs typeface="Montserrat"/>
                <a:sym typeface="Montserrat"/>
              </a:rPr>
              <a:t>Jǐ</a:t>
            </a:r>
            <a:r>
              <a:rPr lang="zh-CN" sz="24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gè cǎoméi? </a:t>
            </a:r>
            <a:endParaRPr sz="3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0" name="Google Shape;460;p37"/>
          <p:cNvSpPr txBox="1"/>
          <p:nvPr/>
        </p:nvSpPr>
        <p:spPr>
          <a:xfrm>
            <a:off x="8585518" y="271057"/>
            <a:ext cx="2745000" cy="9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3300">
                <a:solidFill>
                  <a:srgbClr val="D14043"/>
                </a:solidFill>
                <a:latin typeface="KaiTi"/>
                <a:ea typeface="KaiTi"/>
                <a:cs typeface="KaiTi"/>
                <a:sym typeface="KaiTi"/>
              </a:rPr>
              <a:t>两</a:t>
            </a:r>
            <a:r>
              <a:rPr b="1" lang="zh-CN" sz="3300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rPr>
              <a:t>个草莓</a:t>
            </a:r>
            <a:r>
              <a:rPr b="1" lang="zh-CN" sz="3300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rPr>
              <a:t>。</a:t>
            </a:r>
            <a:endParaRPr b="1" sz="3300">
              <a:solidFill>
                <a:schemeClr val="dk1"/>
              </a:solidFill>
              <a:latin typeface="KaiTi"/>
              <a:ea typeface="KaiTi"/>
              <a:cs typeface="KaiTi"/>
              <a:sym typeface="KaiT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50">
                <a:solidFill>
                  <a:srgbClr val="EE364C"/>
                </a:solidFill>
                <a:latin typeface="Montserrat"/>
                <a:ea typeface="Montserrat"/>
                <a:cs typeface="Montserrat"/>
                <a:sym typeface="Montserrat"/>
              </a:rPr>
              <a:t>Liǎng </a:t>
            </a:r>
            <a:r>
              <a:rPr lang="zh-CN" sz="1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gè cǎoméi.</a:t>
            </a:r>
            <a:endParaRPr sz="3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8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总结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Zǒng jié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66" name="Google Shape;466;p38" title="水果闪卡 (1).png"/>
          <p:cNvPicPr preferRelativeResize="0"/>
          <p:nvPr/>
        </p:nvPicPr>
        <p:blipFill rotWithShape="1">
          <a:blip r:embed="rId3">
            <a:alphaModFix/>
          </a:blip>
          <a:srcRect b="25531" l="54088" r="0" t="51451"/>
          <a:stretch/>
        </p:blipFill>
        <p:spPr>
          <a:xfrm>
            <a:off x="8688700" y="290831"/>
            <a:ext cx="2746974" cy="1947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7" name="Google Shape;467;p38"/>
          <p:cNvGrpSpPr/>
          <p:nvPr/>
        </p:nvGrpSpPr>
        <p:grpSpPr>
          <a:xfrm>
            <a:off x="9337838" y="2255441"/>
            <a:ext cx="1448700" cy="923173"/>
            <a:chOff x="7109000" y="4077374"/>
            <a:chExt cx="1448700" cy="923173"/>
          </a:xfrm>
        </p:grpSpPr>
        <p:sp>
          <p:nvSpPr>
            <p:cNvPr id="468" name="Google Shape;468;p38"/>
            <p:cNvSpPr txBox="1"/>
            <p:nvPr/>
          </p:nvSpPr>
          <p:spPr>
            <a:xfrm>
              <a:off x="7235279" y="4077374"/>
              <a:ext cx="1150200" cy="5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825" lIns="28825" spcFirstLastPara="1" rIns="28825" wrap="square" tIns="2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785">
                  <a:solidFill>
                    <a:schemeClr val="dk1"/>
                  </a:solidFill>
                  <a:latin typeface="KaiTi"/>
                  <a:ea typeface="KaiTi"/>
                  <a:cs typeface="KaiTi"/>
                  <a:sym typeface="KaiTi"/>
                </a:rPr>
                <a:t>草莓</a:t>
              </a:r>
              <a:endParaRPr sz="3785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endParaRPr>
            </a:p>
          </p:txBody>
        </p:sp>
        <p:sp>
          <p:nvSpPr>
            <p:cNvPr id="469" name="Google Shape;469;p38"/>
            <p:cNvSpPr txBox="1"/>
            <p:nvPr/>
          </p:nvSpPr>
          <p:spPr>
            <a:xfrm>
              <a:off x="7109000" y="4624346"/>
              <a:ext cx="1448700" cy="37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825" lIns="28825" spcFirstLastPara="1" rIns="28825" wrap="square" tIns="2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050">
                  <a:solidFill>
                    <a:schemeClr val="dk1"/>
                  </a:solidFill>
                  <a:highlight>
                    <a:srgbClr val="FFFFFF"/>
                  </a:highlight>
                </a:rPr>
                <a:t>cǎoméi</a:t>
              </a:r>
              <a:endParaRPr sz="2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470" name="Google Shape;470;p38" title="水果闪卡 (1).png"/>
          <p:cNvPicPr preferRelativeResize="0"/>
          <p:nvPr/>
        </p:nvPicPr>
        <p:blipFill rotWithShape="1">
          <a:blip r:embed="rId3">
            <a:alphaModFix/>
          </a:blip>
          <a:srcRect b="76069" l="0" r="53507" t="0"/>
          <a:stretch/>
        </p:blipFill>
        <p:spPr>
          <a:xfrm>
            <a:off x="511839" y="3634253"/>
            <a:ext cx="2318451" cy="1687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38" title="水果闪卡 (1).png"/>
          <p:cNvPicPr preferRelativeResize="0"/>
          <p:nvPr/>
        </p:nvPicPr>
        <p:blipFill rotWithShape="1">
          <a:blip r:embed="rId3">
            <a:alphaModFix/>
          </a:blip>
          <a:srcRect b="75656" l="53045" r="0" t="1438"/>
          <a:stretch/>
        </p:blipFill>
        <p:spPr>
          <a:xfrm>
            <a:off x="2730023" y="366594"/>
            <a:ext cx="2603602" cy="179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38" title="水果闪卡 (1).png"/>
          <p:cNvPicPr preferRelativeResize="0"/>
          <p:nvPr/>
        </p:nvPicPr>
        <p:blipFill rotWithShape="1">
          <a:blip r:embed="rId3">
            <a:alphaModFix/>
          </a:blip>
          <a:srcRect b="50038" l="0" r="52805" t="26392"/>
          <a:stretch/>
        </p:blipFill>
        <p:spPr>
          <a:xfrm>
            <a:off x="5977682" y="3406000"/>
            <a:ext cx="2746974" cy="1940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38" title="水果闪卡 (1).png"/>
          <p:cNvPicPr preferRelativeResize="0"/>
          <p:nvPr/>
        </p:nvPicPr>
        <p:blipFill rotWithShape="1">
          <a:blip r:embed="rId3">
            <a:alphaModFix/>
          </a:blip>
          <a:srcRect b="50270" l="50914" r="3475" t="27427"/>
          <a:stretch/>
        </p:blipFill>
        <p:spPr>
          <a:xfrm>
            <a:off x="5675525" y="290832"/>
            <a:ext cx="2816561" cy="194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38" title="水果闪卡 (1).png"/>
          <p:cNvPicPr preferRelativeResize="0"/>
          <p:nvPr/>
        </p:nvPicPr>
        <p:blipFill rotWithShape="1">
          <a:blip r:embed="rId3">
            <a:alphaModFix/>
          </a:blip>
          <a:srcRect b="772" l="2005" r="51129" t="75903"/>
          <a:stretch/>
        </p:blipFill>
        <p:spPr>
          <a:xfrm rot="5400000">
            <a:off x="3639103" y="3588551"/>
            <a:ext cx="2125026" cy="149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38" title="水果闪卡 (1).png"/>
          <p:cNvPicPr preferRelativeResize="0"/>
          <p:nvPr/>
        </p:nvPicPr>
        <p:blipFill rotWithShape="1">
          <a:blip r:embed="rId3">
            <a:alphaModFix/>
          </a:blip>
          <a:srcRect b="25178" l="4626" r="58654" t="51074"/>
          <a:stretch/>
        </p:blipFill>
        <p:spPr>
          <a:xfrm>
            <a:off x="9198800" y="3417722"/>
            <a:ext cx="2155000" cy="1971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6" name="Google Shape;476;p38"/>
          <p:cNvGrpSpPr/>
          <p:nvPr/>
        </p:nvGrpSpPr>
        <p:grpSpPr>
          <a:xfrm>
            <a:off x="3307463" y="2162991"/>
            <a:ext cx="1448700" cy="923173"/>
            <a:chOff x="7109000" y="4077374"/>
            <a:chExt cx="1448700" cy="923173"/>
          </a:xfrm>
        </p:grpSpPr>
        <p:sp>
          <p:nvSpPr>
            <p:cNvPr id="477" name="Google Shape;477;p38"/>
            <p:cNvSpPr txBox="1"/>
            <p:nvPr/>
          </p:nvSpPr>
          <p:spPr>
            <a:xfrm>
              <a:off x="7235279" y="4077374"/>
              <a:ext cx="1150200" cy="5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825" lIns="28825" spcFirstLastPara="1" rIns="28825" wrap="square" tIns="2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785">
                  <a:solidFill>
                    <a:schemeClr val="dk1"/>
                  </a:solidFill>
                  <a:latin typeface="KaiTi"/>
                  <a:ea typeface="KaiTi"/>
                  <a:cs typeface="KaiTi"/>
                  <a:sym typeface="KaiTi"/>
                </a:rPr>
                <a:t>苹果</a:t>
              </a:r>
              <a:endParaRPr sz="3785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endParaRPr>
            </a:p>
          </p:txBody>
        </p:sp>
        <p:sp>
          <p:nvSpPr>
            <p:cNvPr id="478" name="Google Shape;478;p38"/>
            <p:cNvSpPr txBox="1"/>
            <p:nvPr/>
          </p:nvSpPr>
          <p:spPr>
            <a:xfrm>
              <a:off x="7109000" y="4624346"/>
              <a:ext cx="1448700" cy="37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825" lIns="28825" spcFirstLastPara="1" rIns="28825" wrap="square" tIns="2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050">
                  <a:solidFill>
                    <a:schemeClr val="dk1"/>
                  </a:solidFill>
                  <a:highlight>
                    <a:srgbClr val="FFFFFF"/>
                  </a:highlight>
                </a:rPr>
                <a:t>píngguǒ</a:t>
              </a:r>
              <a:endParaRPr sz="2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79" name="Google Shape;479;p38"/>
          <p:cNvGrpSpPr/>
          <p:nvPr/>
        </p:nvGrpSpPr>
        <p:grpSpPr>
          <a:xfrm>
            <a:off x="6322650" y="2255441"/>
            <a:ext cx="1448700" cy="923173"/>
            <a:chOff x="7109000" y="4077374"/>
            <a:chExt cx="1448700" cy="923173"/>
          </a:xfrm>
        </p:grpSpPr>
        <p:sp>
          <p:nvSpPr>
            <p:cNvPr id="480" name="Google Shape;480;p38"/>
            <p:cNvSpPr txBox="1"/>
            <p:nvPr/>
          </p:nvSpPr>
          <p:spPr>
            <a:xfrm>
              <a:off x="7235279" y="4077374"/>
              <a:ext cx="1150200" cy="5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825" lIns="28825" spcFirstLastPara="1" rIns="28825" wrap="square" tIns="2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785">
                  <a:solidFill>
                    <a:schemeClr val="dk1"/>
                  </a:solidFill>
                  <a:latin typeface="KaiTi"/>
                  <a:ea typeface="KaiTi"/>
                  <a:cs typeface="KaiTi"/>
                  <a:sym typeface="KaiTi"/>
                </a:rPr>
                <a:t>橘子</a:t>
              </a:r>
              <a:endParaRPr sz="3785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endParaRPr>
            </a:p>
          </p:txBody>
        </p:sp>
        <p:sp>
          <p:nvSpPr>
            <p:cNvPr id="481" name="Google Shape;481;p38"/>
            <p:cNvSpPr txBox="1"/>
            <p:nvPr/>
          </p:nvSpPr>
          <p:spPr>
            <a:xfrm>
              <a:off x="7109000" y="4624346"/>
              <a:ext cx="1448700" cy="37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825" lIns="28825" spcFirstLastPara="1" rIns="28825" wrap="square" tIns="2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050">
                  <a:solidFill>
                    <a:schemeClr val="dk1"/>
                  </a:solidFill>
                  <a:highlight>
                    <a:srgbClr val="FFFFFF"/>
                  </a:highlight>
                </a:rPr>
                <a:t>júzi</a:t>
              </a:r>
              <a:endParaRPr sz="2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82" name="Google Shape;482;p38"/>
          <p:cNvGrpSpPr/>
          <p:nvPr/>
        </p:nvGrpSpPr>
        <p:grpSpPr>
          <a:xfrm>
            <a:off x="946702" y="5346366"/>
            <a:ext cx="1448700" cy="923173"/>
            <a:chOff x="7109000" y="4077374"/>
            <a:chExt cx="1448700" cy="923173"/>
          </a:xfrm>
        </p:grpSpPr>
        <p:sp>
          <p:nvSpPr>
            <p:cNvPr id="483" name="Google Shape;483;p38"/>
            <p:cNvSpPr txBox="1"/>
            <p:nvPr/>
          </p:nvSpPr>
          <p:spPr>
            <a:xfrm>
              <a:off x="7235279" y="4077374"/>
              <a:ext cx="1150200" cy="5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825" lIns="28825" spcFirstLastPara="1" rIns="28825" wrap="square" tIns="2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785">
                  <a:solidFill>
                    <a:schemeClr val="dk1"/>
                  </a:solidFill>
                  <a:latin typeface="KaiTi"/>
                  <a:ea typeface="KaiTi"/>
                  <a:cs typeface="KaiTi"/>
                  <a:sym typeface="KaiTi"/>
                </a:rPr>
                <a:t>香蕉</a:t>
              </a:r>
              <a:endParaRPr sz="3785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endParaRPr>
            </a:p>
          </p:txBody>
        </p:sp>
        <p:sp>
          <p:nvSpPr>
            <p:cNvPr id="484" name="Google Shape;484;p38"/>
            <p:cNvSpPr txBox="1"/>
            <p:nvPr/>
          </p:nvSpPr>
          <p:spPr>
            <a:xfrm>
              <a:off x="7109000" y="4624346"/>
              <a:ext cx="1448700" cy="37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825" lIns="28825" spcFirstLastPara="1" rIns="28825" wrap="square" tIns="2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050">
                  <a:solidFill>
                    <a:schemeClr val="dk1"/>
                  </a:solidFill>
                  <a:highlight>
                    <a:srgbClr val="FFFFFF"/>
                  </a:highlight>
                </a:rPr>
                <a:t>xiāngjiāo</a:t>
              </a:r>
              <a:endParaRPr sz="2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85" name="Google Shape;485;p38"/>
          <p:cNvGrpSpPr/>
          <p:nvPr/>
        </p:nvGrpSpPr>
        <p:grpSpPr>
          <a:xfrm>
            <a:off x="3919491" y="5346366"/>
            <a:ext cx="1448700" cy="923173"/>
            <a:chOff x="7109000" y="4077374"/>
            <a:chExt cx="1448700" cy="923173"/>
          </a:xfrm>
        </p:grpSpPr>
        <p:sp>
          <p:nvSpPr>
            <p:cNvPr id="486" name="Google Shape;486;p38"/>
            <p:cNvSpPr txBox="1"/>
            <p:nvPr/>
          </p:nvSpPr>
          <p:spPr>
            <a:xfrm>
              <a:off x="7235279" y="4077374"/>
              <a:ext cx="1150200" cy="5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825" lIns="28825" spcFirstLastPara="1" rIns="28825" wrap="square" tIns="2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785">
                  <a:solidFill>
                    <a:schemeClr val="dk1"/>
                  </a:solidFill>
                  <a:latin typeface="KaiTi"/>
                  <a:ea typeface="KaiTi"/>
                  <a:cs typeface="KaiTi"/>
                  <a:sym typeface="KaiTi"/>
                </a:rPr>
                <a:t>葡萄</a:t>
              </a:r>
              <a:endParaRPr sz="3785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endParaRPr>
            </a:p>
          </p:txBody>
        </p:sp>
        <p:sp>
          <p:nvSpPr>
            <p:cNvPr id="487" name="Google Shape;487;p38"/>
            <p:cNvSpPr txBox="1"/>
            <p:nvPr/>
          </p:nvSpPr>
          <p:spPr>
            <a:xfrm>
              <a:off x="7109000" y="4624346"/>
              <a:ext cx="1448700" cy="37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825" lIns="28825" spcFirstLastPara="1" rIns="28825" wrap="square" tIns="2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050">
                  <a:solidFill>
                    <a:schemeClr val="dk1"/>
                  </a:solidFill>
                  <a:highlight>
                    <a:srgbClr val="FFFFFF"/>
                  </a:highlight>
                </a:rPr>
                <a:t>pútao</a:t>
              </a:r>
              <a:endParaRPr sz="2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88" name="Google Shape;488;p38"/>
          <p:cNvGrpSpPr/>
          <p:nvPr/>
        </p:nvGrpSpPr>
        <p:grpSpPr>
          <a:xfrm>
            <a:off x="6775306" y="5346366"/>
            <a:ext cx="1448700" cy="923173"/>
            <a:chOff x="7109000" y="4077374"/>
            <a:chExt cx="1448700" cy="923173"/>
          </a:xfrm>
        </p:grpSpPr>
        <p:sp>
          <p:nvSpPr>
            <p:cNvPr id="489" name="Google Shape;489;p38"/>
            <p:cNvSpPr txBox="1"/>
            <p:nvPr/>
          </p:nvSpPr>
          <p:spPr>
            <a:xfrm>
              <a:off x="7235279" y="4077374"/>
              <a:ext cx="1150200" cy="5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825" lIns="28825" spcFirstLastPara="1" rIns="28825" wrap="square" tIns="2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785">
                  <a:solidFill>
                    <a:schemeClr val="dk1"/>
                  </a:solidFill>
                  <a:latin typeface="KaiTi"/>
                  <a:ea typeface="KaiTi"/>
                  <a:cs typeface="KaiTi"/>
                  <a:sym typeface="KaiTi"/>
                </a:rPr>
                <a:t>梨</a:t>
              </a:r>
              <a:endParaRPr sz="3785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endParaRPr>
            </a:p>
          </p:txBody>
        </p:sp>
        <p:sp>
          <p:nvSpPr>
            <p:cNvPr id="490" name="Google Shape;490;p38"/>
            <p:cNvSpPr txBox="1"/>
            <p:nvPr/>
          </p:nvSpPr>
          <p:spPr>
            <a:xfrm>
              <a:off x="7109000" y="4624346"/>
              <a:ext cx="1448700" cy="37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825" lIns="28825" spcFirstLastPara="1" rIns="28825" wrap="square" tIns="2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050">
                  <a:solidFill>
                    <a:schemeClr val="dk1"/>
                  </a:solidFill>
                  <a:highlight>
                    <a:srgbClr val="FFFFFF"/>
                  </a:highlight>
                </a:rPr>
                <a:t>lí</a:t>
              </a:r>
              <a:endParaRPr sz="2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91" name="Google Shape;491;p38"/>
          <p:cNvGrpSpPr/>
          <p:nvPr/>
        </p:nvGrpSpPr>
        <p:grpSpPr>
          <a:xfrm>
            <a:off x="9702332" y="5413208"/>
            <a:ext cx="1448700" cy="923173"/>
            <a:chOff x="7109000" y="4077374"/>
            <a:chExt cx="1448700" cy="923173"/>
          </a:xfrm>
        </p:grpSpPr>
        <p:sp>
          <p:nvSpPr>
            <p:cNvPr id="492" name="Google Shape;492;p38"/>
            <p:cNvSpPr txBox="1"/>
            <p:nvPr/>
          </p:nvSpPr>
          <p:spPr>
            <a:xfrm>
              <a:off x="7235279" y="4077374"/>
              <a:ext cx="1150200" cy="5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825" lIns="28825" spcFirstLastPara="1" rIns="28825" wrap="square" tIns="2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785">
                  <a:solidFill>
                    <a:schemeClr val="dk1"/>
                  </a:solidFill>
                  <a:latin typeface="KaiTi"/>
                  <a:ea typeface="KaiTi"/>
                  <a:cs typeface="KaiTi"/>
                  <a:sym typeface="KaiTi"/>
                </a:rPr>
                <a:t>西瓜</a:t>
              </a:r>
              <a:endParaRPr sz="3785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endParaRPr>
            </a:p>
          </p:txBody>
        </p:sp>
        <p:sp>
          <p:nvSpPr>
            <p:cNvPr id="493" name="Google Shape;493;p38"/>
            <p:cNvSpPr txBox="1"/>
            <p:nvPr/>
          </p:nvSpPr>
          <p:spPr>
            <a:xfrm>
              <a:off x="7109000" y="4624346"/>
              <a:ext cx="1448700" cy="37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825" lIns="28825" spcFirstLastPara="1" rIns="28825" wrap="square" tIns="2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050">
                  <a:solidFill>
                    <a:schemeClr val="dk1"/>
                  </a:solidFill>
                  <a:highlight>
                    <a:srgbClr val="FFFFFF"/>
                  </a:highlight>
                </a:rPr>
                <a:t>xīguā</a:t>
              </a:r>
              <a:endParaRPr sz="2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9"/>
          <p:cNvSpPr txBox="1"/>
          <p:nvPr/>
        </p:nvSpPr>
        <p:spPr>
          <a:xfrm>
            <a:off x="5082875" y="2432775"/>
            <a:ext cx="7869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000">
                <a:solidFill>
                  <a:srgbClr val="1A3868"/>
                </a:solidFill>
                <a:latin typeface="Montserrat"/>
                <a:ea typeface="Montserrat"/>
                <a:cs typeface="Montserrat"/>
                <a:sym typeface="Montserrat"/>
              </a:rPr>
              <a:t>再见！</a:t>
            </a:r>
            <a:endParaRPr b="1" sz="5000">
              <a:solidFill>
                <a:srgbClr val="1A386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3000">
                <a:solidFill>
                  <a:srgbClr val="1A3868"/>
                </a:solidFill>
                <a:latin typeface="Montserrat"/>
                <a:ea typeface="Montserrat"/>
                <a:cs typeface="Montserrat"/>
                <a:sym typeface="Montserrat"/>
              </a:rPr>
              <a:t>Zàijiàn!</a:t>
            </a:r>
            <a:endParaRPr b="1" sz="3000">
              <a:solidFill>
                <a:srgbClr val="1A386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Yuexuele theme">
  <a:themeElements>
    <a:clrScheme name="Office">
      <a:dk1>
        <a:srgbClr val="000000"/>
      </a:dk1>
      <a:lt1>
        <a:srgbClr val="F3F3F3"/>
      </a:lt1>
      <a:dk2>
        <a:srgbClr val="345585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